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5" Type="http://schemas.openxmlformats.org/officeDocument/2006/relationships/slideLayout" Target="../slideLayouts/slideLayout1.xml"/><Relationship Id="rId74" Type="http://schemas.openxmlformats.org/officeDocument/2006/relationships/tags" Target="../tags/tag107.xml"/><Relationship Id="rId73" Type="http://schemas.openxmlformats.org/officeDocument/2006/relationships/image" Target="../media/image29.jpeg"/><Relationship Id="rId72" Type="http://schemas.openxmlformats.org/officeDocument/2006/relationships/image" Target="../media/image28.jpeg"/><Relationship Id="rId71" Type="http://schemas.openxmlformats.org/officeDocument/2006/relationships/image" Target="../media/image27.jpeg"/><Relationship Id="rId70" Type="http://schemas.openxmlformats.org/officeDocument/2006/relationships/image" Target="../media/image26.jpeg"/><Relationship Id="rId7" Type="http://schemas.openxmlformats.org/officeDocument/2006/relationships/tags" Target="../tags/tag65.xml"/><Relationship Id="rId69" Type="http://schemas.openxmlformats.org/officeDocument/2006/relationships/image" Target="../media/image25.jpeg"/><Relationship Id="rId68" Type="http://schemas.openxmlformats.org/officeDocument/2006/relationships/image" Target="../media/image24.jpeg"/><Relationship Id="rId67" Type="http://schemas.openxmlformats.org/officeDocument/2006/relationships/image" Target="../media/image23.jpeg"/><Relationship Id="rId66" Type="http://schemas.openxmlformats.org/officeDocument/2006/relationships/image" Target="../media/image22.jpeg"/><Relationship Id="rId65" Type="http://schemas.openxmlformats.org/officeDocument/2006/relationships/image" Target="../media/image21.png"/><Relationship Id="rId64" Type="http://schemas.openxmlformats.org/officeDocument/2006/relationships/image" Target="../media/image20.png"/><Relationship Id="rId63" Type="http://schemas.openxmlformats.org/officeDocument/2006/relationships/image" Target="../media/image19.jpeg"/><Relationship Id="rId62" Type="http://schemas.openxmlformats.org/officeDocument/2006/relationships/image" Target="../media/image18.png"/><Relationship Id="rId61" Type="http://schemas.openxmlformats.org/officeDocument/2006/relationships/image" Target="../media/image17.png"/><Relationship Id="rId60" Type="http://schemas.openxmlformats.org/officeDocument/2006/relationships/image" Target="../media/image16.png"/><Relationship Id="rId6" Type="http://schemas.openxmlformats.org/officeDocument/2006/relationships/tags" Target="../tags/tag64.xml"/><Relationship Id="rId59" Type="http://schemas.openxmlformats.org/officeDocument/2006/relationships/image" Target="../media/image15.png"/><Relationship Id="rId58" Type="http://schemas.openxmlformats.org/officeDocument/2006/relationships/image" Target="../media/image14.png"/><Relationship Id="rId57" Type="http://schemas.openxmlformats.org/officeDocument/2006/relationships/image" Target="../media/image13.png"/><Relationship Id="rId56" Type="http://schemas.openxmlformats.org/officeDocument/2006/relationships/image" Target="../media/image12.png"/><Relationship Id="rId55" Type="http://schemas.openxmlformats.org/officeDocument/2006/relationships/image" Target="../media/image11.png"/><Relationship Id="rId54" Type="http://schemas.openxmlformats.org/officeDocument/2006/relationships/image" Target="../media/image10.png"/><Relationship Id="rId53" Type="http://schemas.openxmlformats.org/officeDocument/2006/relationships/image" Target="../media/image9.png"/><Relationship Id="rId52" Type="http://schemas.openxmlformats.org/officeDocument/2006/relationships/image" Target="../media/image8.png"/><Relationship Id="rId51" Type="http://schemas.openxmlformats.org/officeDocument/2006/relationships/tags" Target="../tags/tag106.xml"/><Relationship Id="rId50" Type="http://schemas.openxmlformats.org/officeDocument/2006/relationships/tags" Target="../tags/tag105.xml"/><Relationship Id="rId5" Type="http://schemas.openxmlformats.org/officeDocument/2006/relationships/tags" Target="../tags/tag63.xml"/><Relationship Id="rId49" Type="http://schemas.openxmlformats.org/officeDocument/2006/relationships/tags" Target="../tags/tag104.xml"/><Relationship Id="rId48" Type="http://schemas.openxmlformats.org/officeDocument/2006/relationships/tags" Target="../tags/tag103.xml"/><Relationship Id="rId47" Type="http://schemas.openxmlformats.org/officeDocument/2006/relationships/tags" Target="../tags/tag102.xml"/><Relationship Id="rId46" Type="http://schemas.openxmlformats.org/officeDocument/2006/relationships/tags" Target="../tags/tag101.xml"/><Relationship Id="rId45" Type="http://schemas.openxmlformats.org/officeDocument/2006/relationships/tags" Target="../tags/tag100.xml"/><Relationship Id="rId44" Type="http://schemas.openxmlformats.org/officeDocument/2006/relationships/tags" Target="../tags/tag99.xml"/><Relationship Id="rId43" Type="http://schemas.openxmlformats.org/officeDocument/2006/relationships/tags" Target="../tags/tag98.xml"/><Relationship Id="rId42" Type="http://schemas.openxmlformats.org/officeDocument/2006/relationships/tags" Target="../tags/tag97.xml"/><Relationship Id="rId41" Type="http://schemas.openxmlformats.org/officeDocument/2006/relationships/tags" Target="../tags/tag96.xml"/><Relationship Id="rId40" Type="http://schemas.openxmlformats.org/officeDocument/2006/relationships/image" Target="../media/image7.png"/><Relationship Id="rId4" Type="http://schemas.openxmlformats.org/officeDocument/2006/relationships/image" Target="../media/image4.png"/><Relationship Id="rId39" Type="http://schemas.openxmlformats.org/officeDocument/2006/relationships/tags" Target="../tags/tag95.xml"/><Relationship Id="rId38" Type="http://schemas.openxmlformats.org/officeDocument/2006/relationships/tags" Target="../tags/tag94.xml"/><Relationship Id="rId37" Type="http://schemas.openxmlformats.org/officeDocument/2006/relationships/tags" Target="../tags/tag93.xml"/><Relationship Id="rId36" Type="http://schemas.openxmlformats.org/officeDocument/2006/relationships/tags" Target="../tags/tag92.xml"/><Relationship Id="rId35" Type="http://schemas.openxmlformats.org/officeDocument/2006/relationships/tags" Target="../tags/tag91.xml"/><Relationship Id="rId34" Type="http://schemas.openxmlformats.org/officeDocument/2006/relationships/tags" Target="../tags/tag90.xml"/><Relationship Id="rId33" Type="http://schemas.openxmlformats.org/officeDocument/2006/relationships/tags" Target="../tags/tag89.xml"/><Relationship Id="rId32" Type="http://schemas.openxmlformats.org/officeDocument/2006/relationships/tags" Target="../tags/tag88.xml"/><Relationship Id="rId31" Type="http://schemas.openxmlformats.org/officeDocument/2006/relationships/tags" Target="../tags/tag87.xml"/><Relationship Id="rId30" Type="http://schemas.openxmlformats.org/officeDocument/2006/relationships/tags" Target="../tags/tag86.xml"/><Relationship Id="rId3" Type="http://schemas.openxmlformats.org/officeDocument/2006/relationships/image" Target="../media/image3.png"/><Relationship Id="rId29" Type="http://schemas.openxmlformats.org/officeDocument/2006/relationships/tags" Target="../tags/tag85.xml"/><Relationship Id="rId28" Type="http://schemas.openxmlformats.org/officeDocument/2006/relationships/image" Target="../media/image6.png"/><Relationship Id="rId27" Type="http://schemas.openxmlformats.org/officeDocument/2006/relationships/tags" Target="../tags/tag84.xml"/><Relationship Id="rId26" Type="http://schemas.openxmlformats.org/officeDocument/2006/relationships/tags" Target="../tags/tag83.xml"/><Relationship Id="rId25" Type="http://schemas.openxmlformats.org/officeDocument/2006/relationships/tags" Target="../tags/tag82.xml"/><Relationship Id="rId24" Type="http://schemas.openxmlformats.org/officeDocument/2006/relationships/tags" Target="../tags/tag81.xml"/><Relationship Id="rId23" Type="http://schemas.openxmlformats.org/officeDocument/2006/relationships/tags" Target="../tags/tag80.xml"/><Relationship Id="rId22" Type="http://schemas.openxmlformats.org/officeDocument/2006/relationships/tags" Target="../tags/tag79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image" Target="../media/image2.png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image" Target="../media/image5.png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401050" y="3844925"/>
            <a:ext cx="3318510" cy="2945765"/>
          </a:xfrm>
          <a:prstGeom prst="rect">
            <a:avLst/>
          </a:prstGeom>
          <a:ln w="190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29260" y="130810"/>
            <a:ext cx="3364230" cy="3201670"/>
          </a:xfrm>
          <a:prstGeom prst="rect">
            <a:avLst/>
          </a:prstGeom>
          <a:ln w="190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410845" y="4000500"/>
            <a:ext cx="4507865" cy="2790190"/>
          </a:xfrm>
          <a:prstGeom prst="rect">
            <a:avLst/>
          </a:prstGeom>
          <a:ln w="190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92" name="直接箭头连接符 191"/>
          <p:cNvCxnSpPr/>
          <p:nvPr/>
        </p:nvCxnSpPr>
        <p:spPr>
          <a:xfrm>
            <a:off x="3084195" y="3067685"/>
            <a:ext cx="0" cy="432000"/>
          </a:xfrm>
          <a:prstGeom prst="straightConnector1">
            <a:avLst/>
          </a:prstGeom>
          <a:ln w="12700" cap="flat" cmpd="sng" algn="ctr">
            <a:solidFill>
              <a:prstClr val="black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71805" y="129540"/>
            <a:ext cx="335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Multi-scale Feature Extraction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410845" y="2221230"/>
            <a:ext cx="1290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input images</a:t>
            </a:r>
            <a:endParaRPr lang="en-US" altLang="zh-CN" sz="1400"/>
          </a:p>
        </p:txBody>
      </p:sp>
      <p:grpSp>
        <p:nvGrpSpPr>
          <p:cNvPr id="27" name="组合 26"/>
          <p:cNvGrpSpPr/>
          <p:nvPr/>
        </p:nvGrpSpPr>
        <p:grpSpPr>
          <a:xfrm rot="0">
            <a:off x="2538730" y="734060"/>
            <a:ext cx="1089660" cy="2338070"/>
            <a:chOff x="3030" y="1004"/>
            <a:chExt cx="1716" cy="3682"/>
          </a:xfrm>
        </p:grpSpPr>
        <p:sp>
          <p:nvSpPr>
            <p:cNvPr id="18" name="矩形 17"/>
            <p:cNvSpPr/>
            <p:nvPr/>
          </p:nvSpPr>
          <p:spPr>
            <a:xfrm>
              <a:off x="3030" y="1004"/>
              <a:ext cx="1717" cy="5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Stage 1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030" y="2056"/>
              <a:ext cx="1717" cy="5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Stage 2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030" y="3108"/>
              <a:ext cx="1717" cy="5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Stage 3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030" y="4160"/>
              <a:ext cx="1717" cy="5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Stage 4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cxnSp>
          <p:nvCxnSpPr>
            <p:cNvPr id="24" name="直接箭头连接符 23"/>
            <p:cNvCxnSpPr>
              <a:stCxn id="18" idx="2"/>
              <a:endCxn id="19" idx="0"/>
            </p:cNvCxnSpPr>
            <p:nvPr/>
          </p:nvCxnSpPr>
          <p:spPr>
            <a:xfrm>
              <a:off x="3889" y="1531"/>
              <a:ext cx="0" cy="525"/>
            </a:xfrm>
            <a:prstGeom prst="straightConnector1">
              <a:avLst/>
            </a:prstGeom>
            <a:ln w="12700" cap="flat" cmpd="sng" algn="ctr">
              <a:solidFill>
                <a:prstClr val="black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3889" y="2583"/>
              <a:ext cx="0" cy="525"/>
            </a:xfrm>
            <a:prstGeom prst="straightConnector1">
              <a:avLst/>
            </a:prstGeom>
            <a:ln w="12700" cap="flat" cmpd="sng" algn="ctr">
              <a:solidFill>
                <a:prstClr val="black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3889" y="3635"/>
              <a:ext cx="0" cy="525"/>
            </a:xfrm>
            <a:prstGeom prst="straightConnector1">
              <a:avLst/>
            </a:prstGeom>
            <a:ln w="12700" cap="flat" cmpd="sng" algn="ctr">
              <a:solidFill>
                <a:prstClr val="black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8" name="矩形 27"/>
          <p:cNvSpPr/>
          <p:nvPr/>
        </p:nvSpPr>
        <p:spPr>
          <a:xfrm rot="16200000">
            <a:off x="1225550" y="1754505"/>
            <a:ext cx="1241425" cy="3054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ConvNeXt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1998980" y="1894840"/>
            <a:ext cx="179705" cy="3810"/>
          </a:xfrm>
          <a:prstGeom prst="line">
            <a:avLst/>
          </a:prstGeom>
          <a:ln w="19050"/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2178685" y="867410"/>
            <a:ext cx="9525" cy="20796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2178685" y="867410"/>
            <a:ext cx="36004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2188210" y="1565910"/>
            <a:ext cx="36004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2188210" y="2221230"/>
            <a:ext cx="36004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2178685" y="2945130"/>
            <a:ext cx="36004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2" name="直接箭头连接符 281"/>
          <p:cNvCxnSpPr/>
          <p:nvPr/>
        </p:nvCxnSpPr>
        <p:spPr>
          <a:xfrm flipV="1">
            <a:off x="3812540" y="859790"/>
            <a:ext cx="1630680" cy="7620"/>
          </a:xfrm>
          <a:prstGeom prst="straightConnector1">
            <a:avLst/>
          </a:prstGeom>
          <a:ln w="19050" cap="rnd">
            <a:solidFill>
              <a:prstClr val="black"/>
            </a:solidFill>
            <a:prstDash val="dash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4289425" y="481965"/>
                <a:ext cx="5422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425" y="481965"/>
                <a:ext cx="542290" cy="3683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/>
          <p:cNvCxnSpPr/>
          <p:nvPr/>
        </p:nvCxnSpPr>
        <p:spPr>
          <a:xfrm>
            <a:off x="3811270" y="1565910"/>
            <a:ext cx="1630800" cy="8255"/>
          </a:xfrm>
          <a:prstGeom prst="straightConnector1">
            <a:avLst/>
          </a:prstGeom>
          <a:ln w="19050" cap="rnd">
            <a:solidFill>
              <a:prstClr val="black"/>
            </a:solidFill>
            <a:prstDash val="dash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3822700" y="2235835"/>
            <a:ext cx="1630800" cy="8255"/>
          </a:xfrm>
          <a:prstGeom prst="straightConnector1">
            <a:avLst/>
          </a:prstGeom>
          <a:ln w="19050" cap="rnd">
            <a:solidFill>
              <a:prstClr val="black"/>
            </a:solidFill>
            <a:prstDash val="dash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3811905" y="2905760"/>
            <a:ext cx="1630800" cy="8255"/>
          </a:xfrm>
          <a:prstGeom prst="straightConnector1">
            <a:avLst/>
          </a:prstGeom>
          <a:ln w="19050" cap="rnd">
            <a:solidFill>
              <a:prstClr val="black"/>
            </a:solidFill>
            <a:prstDash val="dash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/>
              <p:cNvSpPr txBox="1"/>
              <p:nvPr/>
            </p:nvSpPr>
            <p:spPr>
              <a:xfrm>
                <a:off x="4289425" y="1205865"/>
                <a:ext cx="5422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425" y="1205865"/>
                <a:ext cx="542290" cy="3683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4289425" y="1912620"/>
                <a:ext cx="5422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425" y="1912620"/>
                <a:ext cx="54229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1"/>
              <p:nvPr/>
            </p:nvSpPr>
            <p:spPr>
              <a:xfrm>
                <a:off x="4289425" y="2553335"/>
                <a:ext cx="5422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425" y="2553335"/>
                <a:ext cx="542290" cy="3683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3" name="右箭头 212"/>
          <p:cNvSpPr/>
          <p:nvPr/>
        </p:nvSpPr>
        <p:spPr>
          <a:xfrm>
            <a:off x="1384935" y="1783080"/>
            <a:ext cx="285115" cy="23876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圆角矩形 68"/>
          <p:cNvSpPr/>
          <p:nvPr/>
        </p:nvSpPr>
        <p:spPr>
          <a:xfrm>
            <a:off x="1984375" y="3499485"/>
            <a:ext cx="1943735" cy="34544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sym typeface="+mn-ea"/>
              </a:rPr>
              <a:t>Semantic Feature</a:t>
            </a:r>
            <a:endParaRPr lang="en-US" altLang="zh-CN" sz="1600">
              <a:solidFill>
                <a:schemeClr val="tx1"/>
              </a:solidFill>
            </a:endParaRPr>
          </a:p>
          <a:p>
            <a:pPr algn="ctr"/>
            <a:endParaRPr lang="en-US" altLang="zh-CN" sz="1600">
              <a:solidFill>
                <a:schemeClr val="tx1"/>
              </a:solidFill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5474970" y="130810"/>
            <a:ext cx="6244590" cy="3216275"/>
            <a:chOff x="7093" y="206"/>
            <a:chExt cx="9834" cy="5065"/>
          </a:xfrm>
        </p:grpSpPr>
        <p:sp>
          <p:nvSpPr>
            <p:cNvPr id="35" name="文本框 34"/>
            <p:cNvSpPr txBox="1"/>
            <p:nvPr/>
          </p:nvSpPr>
          <p:spPr>
            <a:xfrm>
              <a:off x="7093" y="206"/>
              <a:ext cx="9834" cy="5032"/>
            </a:xfrm>
            <a:prstGeom prst="rect">
              <a:avLst/>
            </a:prstGeom>
            <a:ln w="1905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rtlCol="0">
              <a:noAutofit/>
            </a:bodyPr>
            <a:p>
              <a:endParaRPr lang="en-US" altLang="zh-CN"/>
            </a:p>
          </p:txBody>
        </p:sp>
        <p:sp>
          <p:nvSpPr>
            <p:cNvPr id="232" name="Google Shape;6319;p109"/>
            <p:cNvSpPr/>
            <p:nvPr/>
          </p:nvSpPr>
          <p:spPr>
            <a:xfrm>
              <a:off x="11792" y="1958"/>
              <a:ext cx="916" cy="1707"/>
            </a:xfrm>
            <a:prstGeom prst="cube">
              <a:avLst>
                <a:gd name="adj" fmla="val 86184"/>
              </a:avLst>
            </a:prstGeom>
            <a:pattFill prst="dotDmnd">
              <a:fgClr>
                <a:srgbClr val="4874CB"/>
              </a:fgClr>
              <a:bgClr>
                <a:srgbClr val="FFFFFF"/>
              </a:bgClr>
            </a:pattFill>
            <a:ln w="9525" cap="flat" cmpd="sng">
              <a:solidFill>
                <a:srgbClr val="0E11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98" tIns="121898" rIns="121898" bIns="121898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"/>
            </a:p>
          </p:txBody>
        </p:sp>
        <p:cxnSp>
          <p:nvCxnSpPr>
            <p:cNvPr id="228" name="直接连接符 227"/>
            <p:cNvCxnSpPr/>
            <p:nvPr/>
          </p:nvCxnSpPr>
          <p:spPr>
            <a:xfrm flipV="1">
              <a:off x="11634" y="2868"/>
              <a:ext cx="1074" cy="299"/>
            </a:xfrm>
            <a:prstGeom prst="line">
              <a:avLst/>
            </a:prstGeom>
            <a:ln w="19050" cap="flat" cmpd="sng" algn="ctr">
              <a:solidFill>
                <a:prstClr val="black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8624" y="217"/>
              <a:ext cx="729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Gaussian Graph Construction and Fusion</a:t>
              </a:r>
              <a:endParaRPr lang="en-US" altLang="zh-CN"/>
            </a:p>
          </p:txBody>
        </p:sp>
        <p:sp>
          <p:nvSpPr>
            <p:cNvPr id="44" name="文本框 43"/>
            <p:cNvSpPr txBox="1"/>
            <p:nvPr/>
          </p:nvSpPr>
          <p:spPr>
            <a:xfrm rot="16200000">
              <a:off x="5802" y="2674"/>
              <a:ext cx="3478" cy="58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p>
              <a:r>
                <a:rPr lang="en-US" altLang="zh-CN"/>
                <a:t>Gaussian     kernel</a:t>
              </a:r>
              <a:endParaRPr lang="en-US" altLang="zh-CN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110" y="726"/>
              <a:ext cx="1458" cy="1166"/>
              <a:chOff x="7937" y="6084"/>
              <a:chExt cx="1458" cy="1166"/>
            </a:xfrm>
          </p:grpSpPr>
          <p:grpSp>
            <p:nvGrpSpPr>
              <p:cNvPr id="67" name="组合 66"/>
              <p:cNvGrpSpPr/>
              <p:nvPr/>
            </p:nvGrpSpPr>
            <p:grpSpPr>
              <a:xfrm rot="8580000">
                <a:off x="8282" y="6084"/>
                <a:ext cx="756" cy="815"/>
                <a:chOff x="9485" y="1336"/>
                <a:chExt cx="756" cy="815"/>
              </a:xfrm>
            </p:grpSpPr>
            <p:sp>
              <p:nvSpPr>
                <p:cNvPr id="46" name="椭圆 45"/>
                <p:cNvSpPr/>
                <p:nvPr>
                  <p:custDataLst>
                    <p:tags r:id="rId5"/>
                  </p:custDataLst>
                </p:nvPr>
              </p:nvSpPr>
              <p:spPr>
                <a:xfrm rot="8700000">
                  <a:off x="10147" y="1759"/>
                  <a:ext cx="95" cy="9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7" name="椭圆 46"/>
                <p:cNvSpPr/>
                <p:nvPr>
                  <p:custDataLst>
                    <p:tags r:id="rId6"/>
                  </p:custDataLst>
                </p:nvPr>
              </p:nvSpPr>
              <p:spPr>
                <a:xfrm rot="8700000">
                  <a:off x="10047" y="1451"/>
                  <a:ext cx="95" cy="95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8" name="椭圆 47"/>
                <p:cNvSpPr/>
                <p:nvPr>
                  <p:custDataLst>
                    <p:tags r:id="rId7"/>
                  </p:custDataLst>
                </p:nvPr>
              </p:nvSpPr>
              <p:spPr>
                <a:xfrm rot="8700000">
                  <a:off x="9601" y="1452"/>
                  <a:ext cx="95" cy="95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9" name="椭圆 48"/>
                <p:cNvSpPr/>
                <p:nvPr>
                  <p:custDataLst>
                    <p:tags r:id="rId8"/>
                  </p:custDataLst>
                </p:nvPr>
              </p:nvSpPr>
              <p:spPr>
                <a:xfrm rot="8700000">
                  <a:off x="9511" y="1827"/>
                  <a:ext cx="95" cy="95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0" name="椭圆 49"/>
                <p:cNvSpPr/>
                <p:nvPr>
                  <p:custDataLst>
                    <p:tags r:id="rId9"/>
                  </p:custDataLst>
                </p:nvPr>
              </p:nvSpPr>
              <p:spPr>
                <a:xfrm rot="8700000">
                  <a:off x="9730" y="2057"/>
                  <a:ext cx="95" cy="95"/>
                </a:xfrm>
                <a:prstGeom prst="ellipse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51" name="直接连接符 50"/>
                <p:cNvCxnSpPr>
                  <a:stCxn id="46" idx="5"/>
                  <a:endCxn id="48" idx="0"/>
                </p:cNvCxnSpPr>
                <p:nvPr>
                  <p:custDataLst>
                    <p:tags r:id="rId10"/>
                  </p:custDataLst>
                </p:nvPr>
              </p:nvCxnSpPr>
              <p:spPr>
                <a:xfrm rot="8700000">
                  <a:off x="9792" y="1427"/>
                  <a:ext cx="237" cy="48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/>
                <p:cNvCxnSpPr>
                  <a:stCxn id="50" idx="4"/>
                  <a:endCxn id="48" idx="0"/>
                </p:cNvCxnSpPr>
                <p:nvPr>
                  <p:custDataLst>
                    <p:tags r:id="rId11"/>
                  </p:custDataLst>
                </p:nvPr>
              </p:nvCxnSpPr>
              <p:spPr>
                <a:xfrm rot="8700000" flipH="1">
                  <a:off x="9592" y="1565"/>
                  <a:ext cx="241" cy="47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/>
                <p:cNvCxnSpPr>
                  <a:stCxn id="46" idx="6"/>
                  <a:endCxn id="49" idx="1"/>
                </p:cNvCxnSpPr>
                <p:nvPr>
                  <p:custDataLst>
                    <p:tags r:id="rId12"/>
                  </p:custDataLst>
                </p:nvPr>
              </p:nvCxnSpPr>
              <p:spPr>
                <a:xfrm rot="8700000">
                  <a:off x="9642" y="1720"/>
                  <a:ext cx="477" cy="27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>
                  <p:custDataLst>
                    <p:tags r:id="rId13"/>
                  </p:custDataLst>
                </p:nvPr>
              </p:nvCxnSpPr>
              <p:spPr>
                <a:xfrm rot="8700000" flipV="1">
                  <a:off x="9658" y="1651"/>
                  <a:ext cx="525" cy="28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>
                  <a:stCxn id="47" idx="6"/>
                  <a:endCxn id="49" idx="2"/>
                </p:cNvCxnSpPr>
                <p:nvPr>
                  <p:custDataLst>
                    <p:tags r:id="rId14"/>
                  </p:custDataLst>
                </p:nvPr>
              </p:nvCxnSpPr>
              <p:spPr>
                <a:xfrm rot="8700000">
                  <a:off x="9547" y="1686"/>
                  <a:ext cx="559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>
                  <a:stCxn id="46" idx="3"/>
                  <a:endCxn id="47" idx="0"/>
                </p:cNvCxnSpPr>
                <p:nvPr/>
              </p:nvCxnSpPr>
              <p:spPr>
                <a:xfrm rot="8700000" flipH="1">
                  <a:off x="10131" y="1535"/>
                  <a:ext cx="61" cy="22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/>
                <p:cNvCxnSpPr>
                  <a:stCxn id="47" idx="4"/>
                  <a:endCxn id="48" idx="3"/>
                </p:cNvCxnSpPr>
                <p:nvPr/>
              </p:nvCxnSpPr>
              <p:spPr>
                <a:xfrm rot="8700000">
                  <a:off x="9696" y="1336"/>
                  <a:ext cx="332" cy="24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>
                  <a:stCxn id="49" idx="3"/>
                  <a:endCxn id="48" idx="6"/>
                </p:cNvCxnSpPr>
                <p:nvPr/>
              </p:nvCxnSpPr>
              <p:spPr>
                <a:xfrm rot="8700000" flipH="1">
                  <a:off x="9485" y="1566"/>
                  <a:ext cx="207" cy="22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>
                  <a:stCxn id="50" idx="5"/>
                  <a:endCxn id="49" idx="0"/>
                </p:cNvCxnSpPr>
                <p:nvPr/>
              </p:nvCxnSpPr>
              <p:spPr>
                <a:xfrm rot="8700000">
                  <a:off x="9651" y="1888"/>
                  <a:ext cx="14" cy="23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3" name="椭圆 62"/>
                <p:cNvSpPr/>
                <p:nvPr>
                  <p:custDataLst>
                    <p:tags r:id="rId15"/>
                  </p:custDataLst>
                </p:nvPr>
              </p:nvSpPr>
              <p:spPr>
                <a:xfrm rot="8700000">
                  <a:off x="10015" y="1991"/>
                  <a:ext cx="95" cy="95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64" name="直接连接符 63"/>
                <p:cNvCxnSpPr>
                  <a:stCxn id="46" idx="7"/>
                  <a:endCxn id="63" idx="2"/>
                </p:cNvCxnSpPr>
                <p:nvPr/>
              </p:nvCxnSpPr>
              <p:spPr>
                <a:xfrm flipH="1">
                  <a:off x="10101" y="1853"/>
                  <a:ext cx="85" cy="15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/>
                <p:cNvCxnSpPr>
                  <a:stCxn id="50" idx="1"/>
                  <a:endCxn id="63" idx="6"/>
                </p:cNvCxnSpPr>
                <p:nvPr/>
              </p:nvCxnSpPr>
              <p:spPr>
                <a:xfrm flipV="1">
                  <a:off x="9824" y="2066"/>
                  <a:ext cx="200" cy="4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/>
                <p:cNvCxnSpPr>
                  <a:endCxn id="63" idx="4"/>
                </p:cNvCxnSpPr>
                <p:nvPr/>
              </p:nvCxnSpPr>
              <p:spPr>
                <a:xfrm>
                  <a:off x="9678" y="1555"/>
                  <a:ext cx="357" cy="44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" name="文本框 1"/>
                  <p:cNvSpPr txBox="1"/>
                  <p:nvPr/>
                </p:nvSpPr>
                <p:spPr>
                  <a:xfrm>
                    <a:off x="7937" y="6768"/>
                    <a:ext cx="1459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400"/>
                      <a:t>Graph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altLang="zh-CN" sz="14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2" name="文本框 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37" y="6768"/>
                    <a:ext cx="1459" cy="483"/>
                  </a:xfrm>
                  <a:prstGeom prst="rect">
                    <a:avLst/>
                  </a:prstGeom>
                  <a:blipFill rotWithShape="1">
                    <a:blip r:embed="rId1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" name="组合 3"/>
            <p:cNvGrpSpPr/>
            <p:nvPr/>
          </p:nvGrpSpPr>
          <p:grpSpPr>
            <a:xfrm>
              <a:off x="8110" y="1840"/>
              <a:ext cx="1459" cy="1167"/>
              <a:chOff x="7937" y="6084"/>
              <a:chExt cx="1459" cy="1167"/>
            </a:xfrm>
          </p:grpSpPr>
          <p:grpSp>
            <p:nvGrpSpPr>
              <p:cNvPr id="5" name="组合 4"/>
              <p:cNvGrpSpPr/>
              <p:nvPr/>
            </p:nvGrpSpPr>
            <p:grpSpPr>
              <a:xfrm rot="8580000">
                <a:off x="8282" y="6084"/>
                <a:ext cx="756" cy="815"/>
                <a:chOff x="9485" y="1336"/>
                <a:chExt cx="756" cy="815"/>
              </a:xfrm>
            </p:grpSpPr>
            <p:sp>
              <p:nvSpPr>
                <p:cNvPr id="6" name="椭圆 5"/>
                <p:cNvSpPr/>
                <p:nvPr>
                  <p:custDataLst>
                    <p:tags r:id="rId17"/>
                  </p:custDataLst>
                </p:nvPr>
              </p:nvSpPr>
              <p:spPr>
                <a:xfrm rot="8700000">
                  <a:off x="10147" y="1759"/>
                  <a:ext cx="95" cy="9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" name="椭圆 9"/>
                <p:cNvSpPr/>
                <p:nvPr>
                  <p:custDataLst>
                    <p:tags r:id="rId18"/>
                  </p:custDataLst>
                </p:nvPr>
              </p:nvSpPr>
              <p:spPr>
                <a:xfrm rot="8700000">
                  <a:off x="10047" y="1451"/>
                  <a:ext cx="95" cy="95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" name="椭圆 11"/>
                <p:cNvSpPr/>
                <p:nvPr>
                  <p:custDataLst>
                    <p:tags r:id="rId19"/>
                  </p:custDataLst>
                </p:nvPr>
              </p:nvSpPr>
              <p:spPr>
                <a:xfrm rot="8700000">
                  <a:off x="9601" y="1452"/>
                  <a:ext cx="95" cy="95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" name="椭圆 13"/>
                <p:cNvSpPr/>
                <p:nvPr>
                  <p:custDataLst>
                    <p:tags r:id="rId20"/>
                  </p:custDataLst>
                </p:nvPr>
              </p:nvSpPr>
              <p:spPr>
                <a:xfrm rot="8700000">
                  <a:off x="9511" y="1827"/>
                  <a:ext cx="95" cy="95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" name="椭圆 14"/>
                <p:cNvSpPr/>
                <p:nvPr>
                  <p:custDataLst>
                    <p:tags r:id="rId21"/>
                  </p:custDataLst>
                </p:nvPr>
              </p:nvSpPr>
              <p:spPr>
                <a:xfrm rot="8700000">
                  <a:off x="9730" y="2057"/>
                  <a:ext cx="95" cy="95"/>
                </a:xfrm>
                <a:prstGeom prst="ellipse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2" name="直接连接符 21"/>
                <p:cNvCxnSpPr>
                  <a:stCxn id="6" idx="5"/>
                  <a:endCxn id="12" idx="0"/>
                </p:cNvCxnSpPr>
                <p:nvPr>
                  <p:custDataLst>
                    <p:tags r:id="rId22"/>
                  </p:custDataLst>
                </p:nvPr>
              </p:nvCxnSpPr>
              <p:spPr>
                <a:xfrm rot="8700000">
                  <a:off x="9792" y="1427"/>
                  <a:ext cx="237" cy="48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/>
                <p:cNvCxnSpPr>
                  <a:stCxn id="15" idx="4"/>
                  <a:endCxn id="12" idx="0"/>
                </p:cNvCxnSpPr>
                <p:nvPr>
                  <p:custDataLst>
                    <p:tags r:id="rId23"/>
                  </p:custDataLst>
                </p:nvPr>
              </p:nvCxnSpPr>
              <p:spPr>
                <a:xfrm rot="8700000" flipH="1">
                  <a:off x="9592" y="1565"/>
                  <a:ext cx="241" cy="47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>
                  <a:stCxn id="6" idx="6"/>
                  <a:endCxn id="14" idx="1"/>
                </p:cNvCxnSpPr>
                <p:nvPr>
                  <p:custDataLst>
                    <p:tags r:id="rId24"/>
                  </p:custDataLst>
                </p:nvPr>
              </p:nvCxnSpPr>
              <p:spPr>
                <a:xfrm rot="8700000">
                  <a:off x="9642" y="1720"/>
                  <a:ext cx="477" cy="27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/>
                <p:nvPr>
                  <p:custDataLst>
                    <p:tags r:id="rId25"/>
                  </p:custDataLst>
                </p:nvPr>
              </p:nvCxnSpPr>
              <p:spPr>
                <a:xfrm rot="8700000" flipV="1">
                  <a:off x="9658" y="1651"/>
                  <a:ext cx="525" cy="28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/>
                <p:cNvCxnSpPr>
                  <a:stCxn id="10" idx="6"/>
                  <a:endCxn id="14" idx="2"/>
                </p:cNvCxnSpPr>
                <p:nvPr>
                  <p:custDataLst>
                    <p:tags r:id="rId26"/>
                  </p:custDataLst>
                </p:nvPr>
              </p:nvCxnSpPr>
              <p:spPr>
                <a:xfrm rot="8700000">
                  <a:off x="9547" y="1686"/>
                  <a:ext cx="559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/>
                <p:cNvCxnSpPr>
                  <a:stCxn id="6" idx="3"/>
                  <a:endCxn id="10" idx="0"/>
                </p:cNvCxnSpPr>
                <p:nvPr/>
              </p:nvCxnSpPr>
              <p:spPr>
                <a:xfrm rot="8700000" flipH="1">
                  <a:off x="10131" y="1535"/>
                  <a:ext cx="61" cy="22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/>
                <p:cNvCxnSpPr>
                  <a:stCxn id="10" idx="4"/>
                  <a:endCxn id="12" idx="3"/>
                </p:cNvCxnSpPr>
                <p:nvPr/>
              </p:nvCxnSpPr>
              <p:spPr>
                <a:xfrm rot="8700000">
                  <a:off x="9696" y="1336"/>
                  <a:ext cx="332" cy="24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>
                  <a:stCxn id="14" idx="3"/>
                  <a:endCxn id="12" idx="6"/>
                </p:cNvCxnSpPr>
                <p:nvPr/>
              </p:nvCxnSpPr>
              <p:spPr>
                <a:xfrm rot="8700000" flipH="1">
                  <a:off x="9485" y="1566"/>
                  <a:ext cx="207" cy="22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>
                  <a:stCxn id="15" idx="5"/>
                  <a:endCxn id="14" idx="0"/>
                </p:cNvCxnSpPr>
                <p:nvPr/>
              </p:nvCxnSpPr>
              <p:spPr>
                <a:xfrm rot="8700000">
                  <a:off x="9651" y="1888"/>
                  <a:ext cx="14" cy="23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29" name="椭圆 128"/>
                <p:cNvSpPr/>
                <p:nvPr>
                  <p:custDataLst>
                    <p:tags r:id="rId27"/>
                  </p:custDataLst>
                </p:nvPr>
              </p:nvSpPr>
              <p:spPr>
                <a:xfrm rot="8700000">
                  <a:off x="10015" y="1991"/>
                  <a:ext cx="95" cy="95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30" name="直接连接符 129"/>
                <p:cNvCxnSpPr>
                  <a:stCxn id="6" idx="7"/>
                  <a:endCxn id="129" idx="2"/>
                </p:cNvCxnSpPr>
                <p:nvPr/>
              </p:nvCxnSpPr>
              <p:spPr>
                <a:xfrm flipH="1">
                  <a:off x="10101" y="1853"/>
                  <a:ext cx="85" cy="15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连接符 130"/>
                <p:cNvCxnSpPr>
                  <a:stCxn id="15" idx="1"/>
                  <a:endCxn id="129" idx="6"/>
                </p:cNvCxnSpPr>
                <p:nvPr/>
              </p:nvCxnSpPr>
              <p:spPr>
                <a:xfrm flipV="1">
                  <a:off x="9824" y="2066"/>
                  <a:ext cx="200" cy="4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连接符 131"/>
                <p:cNvCxnSpPr>
                  <a:endCxn id="129" idx="4"/>
                </p:cNvCxnSpPr>
                <p:nvPr/>
              </p:nvCxnSpPr>
              <p:spPr>
                <a:xfrm>
                  <a:off x="9678" y="1555"/>
                  <a:ext cx="357" cy="44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3" name="文本框 132"/>
                  <p:cNvSpPr txBox="1"/>
                  <p:nvPr/>
                </p:nvSpPr>
                <p:spPr>
                  <a:xfrm>
                    <a:off x="7937" y="6768"/>
                    <a:ext cx="1459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400"/>
                      <a:t>Graph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altLang="zh-CN" sz="14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33" name="文本框 1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37" y="6768"/>
                    <a:ext cx="1459" cy="483"/>
                  </a:xfrm>
                  <a:prstGeom prst="rect">
                    <a:avLst/>
                  </a:prstGeom>
                  <a:blipFill rotWithShape="1">
                    <a:blip r:embed="rId2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4" name="组合 133"/>
            <p:cNvGrpSpPr/>
            <p:nvPr/>
          </p:nvGrpSpPr>
          <p:grpSpPr>
            <a:xfrm>
              <a:off x="8100" y="2937"/>
              <a:ext cx="1459" cy="1167"/>
              <a:chOff x="7937" y="6084"/>
              <a:chExt cx="1459" cy="1167"/>
            </a:xfrm>
          </p:grpSpPr>
          <p:grpSp>
            <p:nvGrpSpPr>
              <p:cNvPr id="135" name="组合 134"/>
              <p:cNvGrpSpPr/>
              <p:nvPr/>
            </p:nvGrpSpPr>
            <p:grpSpPr>
              <a:xfrm rot="8580000">
                <a:off x="8282" y="6084"/>
                <a:ext cx="756" cy="815"/>
                <a:chOff x="9485" y="1336"/>
                <a:chExt cx="756" cy="815"/>
              </a:xfrm>
            </p:grpSpPr>
            <p:sp>
              <p:nvSpPr>
                <p:cNvPr id="136" name="椭圆 135"/>
                <p:cNvSpPr/>
                <p:nvPr>
                  <p:custDataLst>
                    <p:tags r:id="rId29"/>
                  </p:custDataLst>
                </p:nvPr>
              </p:nvSpPr>
              <p:spPr>
                <a:xfrm rot="8700000">
                  <a:off x="10147" y="1759"/>
                  <a:ext cx="95" cy="9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7" name="椭圆 136"/>
                <p:cNvSpPr/>
                <p:nvPr>
                  <p:custDataLst>
                    <p:tags r:id="rId30"/>
                  </p:custDataLst>
                </p:nvPr>
              </p:nvSpPr>
              <p:spPr>
                <a:xfrm rot="8700000">
                  <a:off x="10047" y="1451"/>
                  <a:ext cx="95" cy="95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8" name="椭圆 137"/>
                <p:cNvSpPr/>
                <p:nvPr>
                  <p:custDataLst>
                    <p:tags r:id="rId31"/>
                  </p:custDataLst>
                </p:nvPr>
              </p:nvSpPr>
              <p:spPr>
                <a:xfrm rot="8700000">
                  <a:off x="9601" y="1452"/>
                  <a:ext cx="95" cy="95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9" name="椭圆 138"/>
                <p:cNvSpPr/>
                <p:nvPr>
                  <p:custDataLst>
                    <p:tags r:id="rId32"/>
                  </p:custDataLst>
                </p:nvPr>
              </p:nvSpPr>
              <p:spPr>
                <a:xfrm rot="8700000">
                  <a:off x="9511" y="1827"/>
                  <a:ext cx="95" cy="95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0" name="椭圆 139"/>
                <p:cNvSpPr/>
                <p:nvPr>
                  <p:custDataLst>
                    <p:tags r:id="rId33"/>
                  </p:custDataLst>
                </p:nvPr>
              </p:nvSpPr>
              <p:spPr>
                <a:xfrm rot="8700000">
                  <a:off x="9730" y="2057"/>
                  <a:ext cx="95" cy="95"/>
                </a:xfrm>
                <a:prstGeom prst="ellipse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41" name="直接连接符 140"/>
                <p:cNvCxnSpPr>
                  <a:stCxn id="136" idx="5"/>
                  <a:endCxn id="138" idx="0"/>
                </p:cNvCxnSpPr>
                <p:nvPr>
                  <p:custDataLst>
                    <p:tags r:id="rId34"/>
                  </p:custDataLst>
                </p:nvPr>
              </p:nvCxnSpPr>
              <p:spPr>
                <a:xfrm rot="8700000">
                  <a:off x="9792" y="1427"/>
                  <a:ext cx="237" cy="48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连接符 141"/>
                <p:cNvCxnSpPr>
                  <a:stCxn id="140" idx="4"/>
                  <a:endCxn id="138" idx="0"/>
                </p:cNvCxnSpPr>
                <p:nvPr>
                  <p:custDataLst>
                    <p:tags r:id="rId35"/>
                  </p:custDataLst>
                </p:nvPr>
              </p:nvCxnSpPr>
              <p:spPr>
                <a:xfrm rot="8700000" flipH="1">
                  <a:off x="9592" y="1565"/>
                  <a:ext cx="241" cy="47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/>
                <p:cNvCxnSpPr>
                  <a:stCxn id="136" idx="6"/>
                  <a:endCxn id="139" idx="1"/>
                </p:cNvCxnSpPr>
                <p:nvPr>
                  <p:custDataLst>
                    <p:tags r:id="rId36"/>
                  </p:custDataLst>
                </p:nvPr>
              </p:nvCxnSpPr>
              <p:spPr>
                <a:xfrm rot="8700000">
                  <a:off x="9642" y="1720"/>
                  <a:ext cx="477" cy="27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/>
                <p:cNvCxnSpPr/>
                <p:nvPr>
                  <p:custDataLst>
                    <p:tags r:id="rId37"/>
                  </p:custDataLst>
                </p:nvPr>
              </p:nvCxnSpPr>
              <p:spPr>
                <a:xfrm rot="8700000" flipV="1">
                  <a:off x="9658" y="1651"/>
                  <a:ext cx="525" cy="28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/>
                <p:cNvCxnSpPr>
                  <a:stCxn id="137" idx="6"/>
                  <a:endCxn id="139" idx="2"/>
                </p:cNvCxnSpPr>
                <p:nvPr>
                  <p:custDataLst>
                    <p:tags r:id="rId38"/>
                  </p:custDataLst>
                </p:nvPr>
              </p:nvCxnSpPr>
              <p:spPr>
                <a:xfrm rot="8700000">
                  <a:off x="9547" y="1686"/>
                  <a:ext cx="559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/>
                <p:cNvCxnSpPr>
                  <a:stCxn id="136" idx="3"/>
                  <a:endCxn id="137" idx="0"/>
                </p:cNvCxnSpPr>
                <p:nvPr/>
              </p:nvCxnSpPr>
              <p:spPr>
                <a:xfrm rot="8700000" flipH="1">
                  <a:off x="10131" y="1535"/>
                  <a:ext cx="61" cy="22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连接符 146"/>
                <p:cNvCxnSpPr>
                  <a:stCxn id="137" idx="4"/>
                  <a:endCxn id="138" idx="3"/>
                </p:cNvCxnSpPr>
                <p:nvPr/>
              </p:nvCxnSpPr>
              <p:spPr>
                <a:xfrm rot="8700000">
                  <a:off x="9696" y="1336"/>
                  <a:ext cx="332" cy="24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连接符 147"/>
                <p:cNvCxnSpPr>
                  <a:stCxn id="139" idx="3"/>
                  <a:endCxn id="138" idx="6"/>
                </p:cNvCxnSpPr>
                <p:nvPr/>
              </p:nvCxnSpPr>
              <p:spPr>
                <a:xfrm rot="8700000" flipH="1">
                  <a:off x="9485" y="1566"/>
                  <a:ext cx="207" cy="22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/>
                <p:cNvCxnSpPr>
                  <a:stCxn id="140" idx="5"/>
                  <a:endCxn id="139" idx="0"/>
                </p:cNvCxnSpPr>
                <p:nvPr/>
              </p:nvCxnSpPr>
              <p:spPr>
                <a:xfrm rot="8700000">
                  <a:off x="9651" y="1888"/>
                  <a:ext cx="14" cy="23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50" name="椭圆 149"/>
                <p:cNvSpPr/>
                <p:nvPr>
                  <p:custDataLst>
                    <p:tags r:id="rId39"/>
                  </p:custDataLst>
                </p:nvPr>
              </p:nvSpPr>
              <p:spPr>
                <a:xfrm rot="8700000">
                  <a:off x="10015" y="1991"/>
                  <a:ext cx="95" cy="95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51" name="直接连接符 150"/>
                <p:cNvCxnSpPr>
                  <a:stCxn id="136" idx="7"/>
                  <a:endCxn id="150" idx="2"/>
                </p:cNvCxnSpPr>
                <p:nvPr/>
              </p:nvCxnSpPr>
              <p:spPr>
                <a:xfrm flipH="1">
                  <a:off x="10101" y="1853"/>
                  <a:ext cx="85" cy="15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接连接符 151"/>
                <p:cNvCxnSpPr>
                  <a:stCxn id="140" idx="1"/>
                  <a:endCxn id="150" idx="6"/>
                </p:cNvCxnSpPr>
                <p:nvPr/>
              </p:nvCxnSpPr>
              <p:spPr>
                <a:xfrm flipV="1">
                  <a:off x="9824" y="2066"/>
                  <a:ext cx="200" cy="4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/>
                <p:cNvCxnSpPr>
                  <a:endCxn id="150" idx="4"/>
                </p:cNvCxnSpPr>
                <p:nvPr/>
              </p:nvCxnSpPr>
              <p:spPr>
                <a:xfrm>
                  <a:off x="9678" y="1555"/>
                  <a:ext cx="357" cy="44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4" name="文本框 153"/>
                  <p:cNvSpPr txBox="1"/>
                  <p:nvPr/>
                </p:nvSpPr>
                <p:spPr>
                  <a:xfrm>
                    <a:off x="7937" y="6768"/>
                    <a:ext cx="1459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400"/>
                      <a:t>Graph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en-US" altLang="zh-CN" sz="14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54" name="文本框 1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37" y="6768"/>
                    <a:ext cx="1459" cy="483"/>
                  </a:xfrm>
                  <a:prstGeom prst="rect">
                    <a:avLst/>
                  </a:prstGeom>
                  <a:blipFill rotWithShape="1">
                    <a:blip r:embed="rId4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5" name="组合 154"/>
            <p:cNvGrpSpPr/>
            <p:nvPr/>
          </p:nvGrpSpPr>
          <p:grpSpPr>
            <a:xfrm>
              <a:off x="8100" y="4104"/>
              <a:ext cx="1459" cy="1167"/>
              <a:chOff x="7937" y="6084"/>
              <a:chExt cx="1459" cy="1167"/>
            </a:xfrm>
          </p:grpSpPr>
          <p:grpSp>
            <p:nvGrpSpPr>
              <p:cNvPr id="156" name="组合 155"/>
              <p:cNvGrpSpPr/>
              <p:nvPr/>
            </p:nvGrpSpPr>
            <p:grpSpPr>
              <a:xfrm rot="8580000">
                <a:off x="8282" y="6084"/>
                <a:ext cx="756" cy="815"/>
                <a:chOff x="9485" y="1336"/>
                <a:chExt cx="756" cy="815"/>
              </a:xfrm>
            </p:grpSpPr>
            <p:sp>
              <p:nvSpPr>
                <p:cNvPr id="157" name="椭圆 156"/>
                <p:cNvSpPr/>
                <p:nvPr>
                  <p:custDataLst>
                    <p:tags r:id="rId41"/>
                  </p:custDataLst>
                </p:nvPr>
              </p:nvSpPr>
              <p:spPr>
                <a:xfrm rot="8700000">
                  <a:off x="10147" y="1759"/>
                  <a:ext cx="95" cy="9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8" name="椭圆 157"/>
                <p:cNvSpPr/>
                <p:nvPr>
                  <p:custDataLst>
                    <p:tags r:id="rId42"/>
                  </p:custDataLst>
                </p:nvPr>
              </p:nvSpPr>
              <p:spPr>
                <a:xfrm rot="8700000">
                  <a:off x="10047" y="1451"/>
                  <a:ext cx="95" cy="95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9" name="椭圆 158"/>
                <p:cNvSpPr/>
                <p:nvPr>
                  <p:custDataLst>
                    <p:tags r:id="rId43"/>
                  </p:custDataLst>
                </p:nvPr>
              </p:nvSpPr>
              <p:spPr>
                <a:xfrm rot="8700000">
                  <a:off x="9601" y="1452"/>
                  <a:ext cx="95" cy="95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0" name="椭圆 159"/>
                <p:cNvSpPr/>
                <p:nvPr>
                  <p:custDataLst>
                    <p:tags r:id="rId44"/>
                  </p:custDataLst>
                </p:nvPr>
              </p:nvSpPr>
              <p:spPr>
                <a:xfrm rot="8700000">
                  <a:off x="9511" y="1827"/>
                  <a:ext cx="95" cy="95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1" name="椭圆 160"/>
                <p:cNvSpPr/>
                <p:nvPr>
                  <p:custDataLst>
                    <p:tags r:id="rId45"/>
                  </p:custDataLst>
                </p:nvPr>
              </p:nvSpPr>
              <p:spPr>
                <a:xfrm rot="8700000">
                  <a:off x="9730" y="2057"/>
                  <a:ext cx="95" cy="95"/>
                </a:xfrm>
                <a:prstGeom prst="ellipse">
                  <a:avLst/>
                </a:prstGeom>
                <a:solidFill>
                  <a:schemeClr val="accent3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62" name="直接连接符 161"/>
                <p:cNvCxnSpPr>
                  <a:stCxn id="157" idx="5"/>
                  <a:endCxn id="159" idx="0"/>
                </p:cNvCxnSpPr>
                <p:nvPr>
                  <p:custDataLst>
                    <p:tags r:id="rId46"/>
                  </p:custDataLst>
                </p:nvPr>
              </p:nvCxnSpPr>
              <p:spPr>
                <a:xfrm rot="8700000">
                  <a:off x="9792" y="1427"/>
                  <a:ext cx="237" cy="48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直接连接符 162"/>
                <p:cNvCxnSpPr>
                  <a:stCxn id="161" idx="4"/>
                  <a:endCxn id="159" idx="0"/>
                </p:cNvCxnSpPr>
                <p:nvPr>
                  <p:custDataLst>
                    <p:tags r:id="rId47"/>
                  </p:custDataLst>
                </p:nvPr>
              </p:nvCxnSpPr>
              <p:spPr>
                <a:xfrm rot="8700000" flipH="1">
                  <a:off x="9592" y="1565"/>
                  <a:ext cx="241" cy="47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直接连接符 163"/>
                <p:cNvCxnSpPr>
                  <a:stCxn id="157" idx="6"/>
                  <a:endCxn id="160" idx="1"/>
                </p:cNvCxnSpPr>
                <p:nvPr>
                  <p:custDataLst>
                    <p:tags r:id="rId48"/>
                  </p:custDataLst>
                </p:nvPr>
              </p:nvCxnSpPr>
              <p:spPr>
                <a:xfrm rot="8700000">
                  <a:off x="9642" y="1720"/>
                  <a:ext cx="477" cy="27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直接连接符 164"/>
                <p:cNvCxnSpPr/>
                <p:nvPr>
                  <p:custDataLst>
                    <p:tags r:id="rId49"/>
                  </p:custDataLst>
                </p:nvPr>
              </p:nvCxnSpPr>
              <p:spPr>
                <a:xfrm rot="8700000" flipV="1">
                  <a:off x="9658" y="1651"/>
                  <a:ext cx="525" cy="28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直接连接符 165"/>
                <p:cNvCxnSpPr>
                  <a:stCxn id="158" idx="6"/>
                  <a:endCxn id="160" idx="2"/>
                </p:cNvCxnSpPr>
                <p:nvPr>
                  <p:custDataLst>
                    <p:tags r:id="rId50"/>
                  </p:custDataLst>
                </p:nvPr>
              </p:nvCxnSpPr>
              <p:spPr>
                <a:xfrm rot="8700000">
                  <a:off x="9547" y="1686"/>
                  <a:ext cx="559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直接连接符 166"/>
                <p:cNvCxnSpPr>
                  <a:stCxn id="157" idx="3"/>
                  <a:endCxn id="158" idx="0"/>
                </p:cNvCxnSpPr>
                <p:nvPr/>
              </p:nvCxnSpPr>
              <p:spPr>
                <a:xfrm rot="8700000" flipH="1">
                  <a:off x="10131" y="1535"/>
                  <a:ext cx="61" cy="22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直接连接符 167"/>
                <p:cNvCxnSpPr>
                  <a:stCxn id="158" idx="4"/>
                  <a:endCxn id="159" idx="3"/>
                </p:cNvCxnSpPr>
                <p:nvPr/>
              </p:nvCxnSpPr>
              <p:spPr>
                <a:xfrm rot="8700000">
                  <a:off x="9696" y="1336"/>
                  <a:ext cx="332" cy="24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直接连接符 168"/>
                <p:cNvCxnSpPr>
                  <a:stCxn id="160" idx="3"/>
                  <a:endCxn id="159" idx="6"/>
                </p:cNvCxnSpPr>
                <p:nvPr/>
              </p:nvCxnSpPr>
              <p:spPr>
                <a:xfrm rot="8700000" flipH="1">
                  <a:off x="9485" y="1566"/>
                  <a:ext cx="207" cy="22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直接连接符 169"/>
                <p:cNvCxnSpPr>
                  <a:stCxn id="161" idx="5"/>
                  <a:endCxn id="160" idx="0"/>
                </p:cNvCxnSpPr>
                <p:nvPr/>
              </p:nvCxnSpPr>
              <p:spPr>
                <a:xfrm rot="8700000">
                  <a:off x="9651" y="1888"/>
                  <a:ext cx="14" cy="23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71" name="椭圆 170"/>
                <p:cNvSpPr/>
                <p:nvPr>
                  <p:custDataLst>
                    <p:tags r:id="rId51"/>
                  </p:custDataLst>
                </p:nvPr>
              </p:nvSpPr>
              <p:spPr>
                <a:xfrm rot="8700000">
                  <a:off x="10015" y="1991"/>
                  <a:ext cx="95" cy="95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72" name="直接连接符 171"/>
                <p:cNvCxnSpPr>
                  <a:stCxn id="157" idx="7"/>
                  <a:endCxn id="171" idx="2"/>
                </p:cNvCxnSpPr>
                <p:nvPr/>
              </p:nvCxnSpPr>
              <p:spPr>
                <a:xfrm flipH="1">
                  <a:off x="10101" y="1853"/>
                  <a:ext cx="85" cy="158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接连接符 172"/>
                <p:cNvCxnSpPr>
                  <a:stCxn id="161" idx="1"/>
                  <a:endCxn id="171" idx="6"/>
                </p:cNvCxnSpPr>
                <p:nvPr/>
              </p:nvCxnSpPr>
              <p:spPr>
                <a:xfrm flipV="1">
                  <a:off x="9824" y="2066"/>
                  <a:ext cx="200" cy="4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直接连接符 173"/>
                <p:cNvCxnSpPr>
                  <a:endCxn id="171" idx="4"/>
                </p:cNvCxnSpPr>
                <p:nvPr/>
              </p:nvCxnSpPr>
              <p:spPr>
                <a:xfrm>
                  <a:off x="9678" y="1555"/>
                  <a:ext cx="357" cy="44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5" name="文本框 174"/>
                  <p:cNvSpPr txBox="1"/>
                  <p:nvPr/>
                </p:nvSpPr>
                <p:spPr>
                  <a:xfrm>
                    <a:off x="7937" y="6768"/>
                    <a:ext cx="1459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400"/>
                      <a:t>Graph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</m:oMath>
                    </a14:m>
                    <a:endParaRPr lang="en-US" altLang="zh-CN" sz="14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75" name="文本框 1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37" y="6768"/>
                    <a:ext cx="1459" cy="483"/>
                  </a:xfrm>
                  <a:prstGeom prst="rect">
                    <a:avLst/>
                  </a:prstGeom>
                  <a:blipFill rotWithShape="1">
                    <a:blip r:embed="rId5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76" name="直接箭头连接符 175"/>
            <p:cNvCxnSpPr/>
            <p:nvPr/>
          </p:nvCxnSpPr>
          <p:spPr>
            <a:xfrm>
              <a:off x="7831" y="1322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7" name="直接箭头连接符 176"/>
            <p:cNvCxnSpPr/>
            <p:nvPr/>
          </p:nvCxnSpPr>
          <p:spPr>
            <a:xfrm>
              <a:off x="7831" y="2446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8" name="直接箭头连接符 177"/>
            <p:cNvCxnSpPr/>
            <p:nvPr/>
          </p:nvCxnSpPr>
          <p:spPr>
            <a:xfrm>
              <a:off x="7831" y="3521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9" name="直接箭头连接符 178"/>
            <p:cNvCxnSpPr/>
            <p:nvPr/>
          </p:nvCxnSpPr>
          <p:spPr>
            <a:xfrm>
              <a:off x="7831" y="4646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87" name="组合 186"/>
            <p:cNvGrpSpPr/>
            <p:nvPr/>
          </p:nvGrpSpPr>
          <p:grpSpPr>
            <a:xfrm>
              <a:off x="10094" y="1527"/>
              <a:ext cx="1540" cy="2508"/>
              <a:chOff x="7320" y="6658"/>
              <a:chExt cx="1975" cy="3505"/>
            </a:xfrm>
          </p:grpSpPr>
          <p:sp>
            <p:nvSpPr>
              <p:cNvPr id="181" name="Google Shape;6319;p109"/>
              <p:cNvSpPr/>
              <p:nvPr/>
            </p:nvSpPr>
            <p:spPr>
              <a:xfrm>
                <a:off x="7320" y="6663"/>
                <a:ext cx="1240" cy="3494"/>
              </a:xfrm>
              <a:prstGeom prst="cube">
                <a:avLst>
                  <a:gd name="adj" fmla="val 90131"/>
                </a:avLst>
              </a:prstGeom>
              <a:solidFill>
                <a:srgbClr val="E3B4B4"/>
              </a:solidFill>
              <a:ln w="9525" cap="flat" cmpd="sng">
                <a:solidFill>
                  <a:srgbClr val="FF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98" tIns="121898" rIns="121898" bIns="121898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"/>
              </a:p>
            </p:txBody>
          </p:sp>
          <p:sp>
            <p:nvSpPr>
              <p:cNvPr id="182" name="Google Shape;6319;p109"/>
              <p:cNvSpPr/>
              <p:nvPr/>
            </p:nvSpPr>
            <p:spPr>
              <a:xfrm>
                <a:off x="7502" y="6658"/>
                <a:ext cx="1318" cy="3497"/>
              </a:xfrm>
              <a:prstGeom prst="cube">
                <a:avLst>
                  <a:gd name="adj" fmla="val 86184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9525" cap="flat" cmpd="sng">
                <a:solidFill>
                  <a:srgbClr val="0E11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98" tIns="121898" rIns="121898" bIns="121898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"/>
              </a:p>
            </p:txBody>
          </p:sp>
          <p:sp>
            <p:nvSpPr>
              <p:cNvPr id="183" name="Google Shape;6319;p109"/>
              <p:cNvSpPr/>
              <p:nvPr/>
            </p:nvSpPr>
            <p:spPr>
              <a:xfrm>
                <a:off x="7739" y="6660"/>
                <a:ext cx="1318" cy="3497"/>
              </a:xfrm>
              <a:prstGeom prst="cube">
                <a:avLst>
                  <a:gd name="adj" fmla="val 86184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>
                <a:solidFill>
                  <a:srgbClr val="0E11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98" tIns="121898" rIns="121898" bIns="121898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"/>
              </a:p>
            </p:txBody>
          </p:sp>
          <p:sp>
            <p:nvSpPr>
              <p:cNvPr id="186" name="Google Shape;6319;p109"/>
              <p:cNvSpPr/>
              <p:nvPr/>
            </p:nvSpPr>
            <p:spPr>
              <a:xfrm>
                <a:off x="7977" y="6667"/>
                <a:ext cx="1318" cy="3497"/>
              </a:xfrm>
              <a:prstGeom prst="cube">
                <a:avLst>
                  <a:gd name="adj" fmla="val 86184"/>
                </a:avLst>
              </a:prstGeom>
              <a:solidFill>
                <a:srgbClr val="B7E3FD"/>
              </a:solidFill>
              <a:ln w="9525" cap="flat" cmpd="sng">
                <a:solidFill>
                  <a:srgbClr val="0E11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98" tIns="121898" rIns="121898" bIns="121898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"/>
              </a:p>
            </p:txBody>
          </p:sp>
        </p:grpSp>
        <p:sp>
          <p:nvSpPr>
            <p:cNvPr id="185" name="文本框 184"/>
            <p:cNvSpPr txBox="1"/>
            <p:nvPr/>
          </p:nvSpPr>
          <p:spPr>
            <a:xfrm>
              <a:off x="9746" y="4113"/>
              <a:ext cx="18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GraphSAGE </a:t>
              </a:r>
              <a:endParaRPr lang="en-US" altLang="zh-CN" sz="1400"/>
            </a:p>
            <a:p>
              <a:r>
                <a:rPr lang="en-US" altLang="zh-CN" sz="1400"/>
                <a:t>    Encoder</a:t>
              </a:r>
              <a:endParaRPr lang="en-US" altLang="zh-CN" sz="1400"/>
            </a:p>
          </p:txBody>
        </p:sp>
        <p:grpSp>
          <p:nvGrpSpPr>
            <p:cNvPr id="199" name="组合 198"/>
            <p:cNvGrpSpPr/>
            <p:nvPr/>
          </p:nvGrpSpPr>
          <p:grpSpPr>
            <a:xfrm>
              <a:off x="9230" y="1216"/>
              <a:ext cx="706" cy="3328"/>
              <a:chOff x="6360" y="7050"/>
              <a:chExt cx="706" cy="3164"/>
            </a:xfrm>
          </p:grpSpPr>
          <p:sp>
            <p:nvSpPr>
              <p:cNvPr id="198" name="右大括号 197"/>
              <p:cNvSpPr/>
              <p:nvPr/>
            </p:nvSpPr>
            <p:spPr>
              <a:xfrm>
                <a:off x="6360" y="7050"/>
                <a:ext cx="600" cy="3165"/>
              </a:xfrm>
              <a:prstGeom prst="righ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3" name="右箭头 192"/>
              <p:cNvSpPr/>
              <p:nvPr/>
            </p:nvSpPr>
            <p:spPr>
              <a:xfrm>
                <a:off x="6656" y="8454"/>
                <a:ext cx="410" cy="357"/>
              </a:xfrm>
              <a:prstGeom prst="rightArrow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225" name="直接连接符 224"/>
            <p:cNvCxnSpPr>
              <a:stCxn id="186" idx="1"/>
              <a:endCxn id="232" idx="1"/>
            </p:cNvCxnSpPr>
            <p:nvPr/>
          </p:nvCxnSpPr>
          <p:spPr>
            <a:xfrm>
              <a:off x="10677" y="2419"/>
              <a:ext cx="1178" cy="328"/>
            </a:xfrm>
            <a:prstGeom prst="line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>
              <a:stCxn id="186" idx="3"/>
              <a:endCxn id="232" idx="3"/>
            </p:cNvCxnSpPr>
            <p:nvPr/>
          </p:nvCxnSpPr>
          <p:spPr>
            <a:xfrm flipV="1">
              <a:off x="10677" y="3665"/>
              <a:ext cx="1178" cy="370"/>
            </a:xfrm>
            <a:prstGeom prst="line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>
              <a:stCxn id="186" idx="0"/>
              <a:endCxn id="232" idx="0"/>
            </p:cNvCxnSpPr>
            <p:nvPr/>
          </p:nvCxnSpPr>
          <p:spPr>
            <a:xfrm>
              <a:off x="11563" y="1533"/>
              <a:ext cx="1082" cy="425"/>
            </a:xfrm>
            <a:prstGeom prst="line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3" name="文本框 232"/>
                <p:cNvSpPr txBox="1"/>
                <p:nvPr/>
              </p:nvSpPr>
              <p:spPr>
                <a:xfrm>
                  <a:off x="11563" y="1764"/>
                  <a:ext cx="735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3" name="文本框 2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3" y="1764"/>
                  <a:ext cx="735" cy="483"/>
                </a:xfrm>
                <a:prstGeom prst="rect">
                  <a:avLst/>
                </a:prstGeom>
                <a:blipFill rotWithShape="1">
                  <a:blip r:embed="rId5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4" name="文本框 233"/>
                <p:cNvSpPr txBox="1"/>
                <p:nvPr/>
              </p:nvSpPr>
              <p:spPr>
                <a:xfrm>
                  <a:off x="10913" y="2562"/>
                  <a:ext cx="735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4" name="文本框 2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3" y="2562"/>
                  <a:ext cx="735" cy="483"/>
                </a:xfrm>
                <a:prstGeom prst="rect">
                  <a:avLst/>
                </a:prstGeom>
                <a:blipFill rotWithShape="1">
                  <a:blip r:embed="rId5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5" name="文本框 234"/>
                <p:cNvSpPr txBox="1"/>
                <p:nvPr/>
              </p:nvSpPr>
              <p:spPr>
                <a:xfrm>
                  <a:off x="11264" y="3103"/>
                  <a:ext cx="735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5" name="文本框 2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64" y="3103"/>
                  <a:ext cx="735" cy="483"/>
                </a:xfrm>
                <a:prstGeom prst="rect">
                  <a:avLst/>
                </a:prstGeom>
                <a:blipFill rotWithShape="1">
                  <a:blip r:embed="rId5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6" name="文本框 235"/>
                <p:cNvSpPr txBox="1"/>
                <p:nvPr/>
              </p:nvSpPr>
              <p:spPr>
                <a:xfrm>
                  <a:off x="10898" y="3424"/>
                  <a:ext cx="735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6" name="文本框 2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8" y="3424"/>
                  <a:ext cx="735" cy="483"/>
                </a:xfrm>
                <a:prstGeom prst="rect">
                  <a:avLst/>
                </a:prstGeom>
                <a:blipFill rotWithShape="1">
                  <a:blip r:embed="rId5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8" name="文本框 237"/>
            <p:cNvSpPr txBox="1"/>
            <p:nvPr/>
          </p:nvSpPr>
          <p:spPr>
            <a:xfrm>
              <a:off x="11648" y="3681"/>
              <a:ext cx="166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AR Fusion</a:t>
              </a:r>
              <a:endParaRPr lang="en-US" altLang="zh-CN" sz="1400"/>
            </a:p>
          </p:txBody>
        </p:sp>
        <p:cxnSp>
          <p:nvCxnSpPr>
            <p:cNvPr id="244" name="直接箭头连接符 243"/>
            <p:cNvCxnSpPr/>
            <p:nvPr/>
          </p:nvCxnSpPr>
          <p:spPr>
            <a:xfrm>
              <a:off x="12711" y="1968"/>
              <a:ext cx="10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6" name="直接箭头连接符 245"/>
            <p:cNvCxnSpPr/>
            <p:nvPr/>
          </p:nvCxnSpPr>
          <p:spPr>
            <a:xfrm>
              <a:off x="11920" y="2747"/>
              <a:ext cx="10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7" name="直接箭头连接符 246"/>
            <p:cNvCxnSpPr/>
            <p:nvPr/>
          </p:nvCxnSpPr>
          <p:spPr>
            <a:xfrm>
              <a:off x="11920" y="3657"/>
              <a:ext cx="10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1" name="圆角矩形 190"/>
            <p:cNvSpPr/>
            <p:nvPr/>
          </p:nvSpPr>
          <p:spPr>
            <a:xfrm>
              <a:off x="14425" y="2384"/>
              <a:ext cx="2180" cy="101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Geometry</a:t>
              </a:r>
              <a:endParaRPr lang="en-US" altLang="zh-CN" sz="160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Feature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239" name="Google Shape;6319;p109"/>
            <p:cNvSpPr/>
            <p:nvPr/>
          </p:nvSpPr>
          <p:spPr>
            <a:xfrm>
              <a:off x="12940" y="1968"/>
              <a:ext cx="916" cy="1707"/>
            </a:xfrm>
            <a:prstGeom prst="cube">
              <a:avLst>
                <a:gd name="adj" fmla="val 86184"/>
              </a:avLst>
            </a:prstGeom>
            <a:pattFill prst="dotDmnd">
              <a:fgClr>
                <a:srgbClr val="4874CB"/>
              </a:fgClr>
              <a:bgClr>
                <a:srgbClr val="FFFFFF"/>
              </a:bgClr>
            </a:pattFill>
            <a:ln w="9525" cap="flat" cmpd="sng">
              <a:solidFill>
                <a:srgbClr val="0E11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98" tIns="121898" rIns="121898" bIns="121898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"/>
            </a:p>
          </p:txBody>
        </p:sp>
        <p:cxnSp>
          <p:nvCxnSpPr>
            <p:cNvPr id="245" name="直接箭头连接符 244"/>
            <p:cNvCxnSpPr/>
            <p:nvPr/>
          </p:nvCxnSpPr>
          <p:spPr>
            <a:xfrm flipV="1">
              <a:off x="12708" y="2865"/>
              <a:ext cx="1150" cy="11"/>
            </a:xfrm>
            <a:prstGeom prst="straightConnector1">
              <a:avLst/>
            </a:prstGeom>
            <a:ln w="19050" cap="flat" cmpd="sng" algn="ctr">
              <a:solidFill>
                <a:prstClr val="black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/>
            <p:nvPr/>
          </p:nvCxnSpPr>
          <p:spPr>
            <a:xfrm>
              <a:off x="13405" y="2947"/>
              <a:ext cx="102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90" name="组合 289"/>
          <p:cNvGrpSpPr/>
          <p:nvPr/>
        </p:nvGrpSpPr>
        <p:grpSpPr>
          <a:xfrm rot="16200000">
            <a:off x="857250" y="5344160"/>
            <a:ext cx="998855" cy="1572895"/>
            <a:chOff x="4819" y="8003"/>
            <a:chExt cx="2050" cy="2099"/>
          </a:xfrm>
        </p:grpSpPr>
        <p:sp>
          <p:nvSpPr>
            <p:cNvPr id="77" name="同心圆 76"/>
            <p:cNvSpPr/>
            <p:nvPr/>
          </p:nvSpPr>
          <p:spPr>
            <a:xfrm>
              <a:off x="4819" y="9073"/>
              <a:ext cx="2050" cy="983"/>
            </a:xfrm>
            <a:prstGeom prst="donut">
              <a:avLst>
                <a:gd name="adj" fmla="val 10311"/>
              </a:avLst>
            </a:prstGeom>
            <a:gradFill>
              <a:gsLst>
                <a:gs pos="50000">
                  <a:schemeClr val="accent5"/>
                </a:gs>
                <a:gs pos="0">
                  <a:schemeClr val="accent5">
                    <a:lumMod val="25000"/>
                    <a:lumOff val="75000"/>
                  </a:schemeClr>
                </a:gs>
                <a:gs pos="100000">
                  <a:schemeClr val="accent5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同心圆 77"/>
            <p:cNvSpPr/>
            <p:nvPr/>
          </p:nvSpPr>
          <p:spPr>
            <a:xfrm>
              <a:off x="4819" y="8588"/>
              <a:ext cx="2050" cy="983"/>
            </a:xfrm>
            <a:prstGeom prst="donut">
              <a:avLst>
                <a:gd name="adj" fmla="val 10311"/>
              </a:avLst>
            </a:prstGeom>
            <a:gradFill>
              <a:gsLst>
                <a:gs pos="50000">
                  <a:schemeClr val="accent5"/>
                </a:gs>
                <a:gs pos="0">
                  <a:schemeClr val="accent5">
                    <a:lumMod val="25000"/>
                    <a:lumOff val="75000"/>
                  </a:schemeClr>
                </a:gs>
                <a:gs pos="100000">
                  <a:schemeClr val="accent5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同心圆 78"/>
            <p:cNvSpPr/>
            <p:nvPr/>
          </p:nvSpPr>
          <p:spPr>
            <a:xfrm>
              <a:off x="4819" y="8127"/>
              <a:ext cx="2050" cy="983"/>
            </a:xfrm>
            <a:prstGeom prst="donut">
              <a:avLst>
                <a:gd name="adj" fmla="val 10311"/>
              </a:avLst>
            </a:prstGeom>
            <a:gradFill>
              <a:gsLst>
                <a:gs pos="50000">
                  <a:schemeClr val="accent5"/>
                </a:gs>
                <a:gs pos="0">
                  <a:schemeClr val="accent5">
                    <a:lumMod val="25000"/>
                    <a:lumOff val="75000"/>
                  </a:schemeClr>
                </a:gs>
                <a:gs pos="100000">
                  <a:schemeClr val="accent5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5737" y="8003"/>
              <a:ext cx="209" cy="19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6175" y="8246"/>
              <a:ext cx="209" cy="19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5288" y="8246"/>
              <a:ext cx="209" cy="19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椭圆 120"/>
            <p:cNvSpPr/>
            <p:nvPr/>
          </p:nvSpPr>
          <p:spPr>
            <a:xfrm>
              <a:off x="5288" y="9634"/>
              <a:ext cx="209" cy="19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椭圆 122"/>
            <p:cNvSpPr/>
            <p:nvPr/>
          </p:nvSpPr>
          <p:spPr>
            <a:xfrm>
              <a:off x="5738" y="9910"/>
              <a:ext cx="209" cy="19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椭圆 123"/>
            <p:cNvSpPr/>
            <p:nvPr/>
          </p:nvSpPr>
          <p:spPr>
            <a:xfrm>
              <a:off x="6175" y="9634"/>
              <a:ext cx="209" cy="19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81" name="直接连接符 80"/>
            <p:cNvCxnSpPr>
              <a:stCxn id="120" idx="7"/>
              <a:endCxn id="84" idx="2"/>
            </p:cNvCxnSpPr>
            <p:nvPr/>
          </p:nvCxnSpPr>
          <p:spPr>
            <a:xfrm flipV="1">
              <a:off x="5467" y="8099"/>
              <a:ext cx="270" cy="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>
              <a:stCxn id="84" idx="6"/>
              <a:endCxn id="85" idx="1"/>
            </p:cNvCxnSpPr>
            <p:nvPr/>
          </p:nvCxnSpPr>
          <p:spPr>
            <a:xfrm>
              <a:off x="5946" y="8099"/>
              <a:ext cx="259" cy="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>
              <a:stCxn id="121" idx="5"/>
              <a:endCxn id="123" idx="2"/>
            </p:cNvCxnSpPr>
            <p:nvPr/>
          </p:nvCxnSpPr>
          <p:spPr>
            <a:xfrm>
              <a:off x="5467" y="9798"/>
              <a:ext cx="271" cy="2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>
              <a:stCxn id="123" idx="6"/>
              <a:endCxn id="124" idx="3"/>
            </p:cNvCxnSpPr>
            <p:nvPr/>
          </p:nvCxnSpPr>
          <p:spPr>
            <a:xfrm flipV="1">
              <a:off x="5947" y="9798"/>
              <a:ext cx="258" cy="2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>
              <a:stCxn id="120" idx="6"/>
              <a:endCxn id="85" idx="2"/>
            </p:cNvCxnSpPr>
            <p:nvPr/>
          </p:nvCxnSpPr>
          <p:spPr>
            <a:xfrm>
              <a:off x="5497" y="8342"/>
              <a:ext cx="6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>
              <a:stCxn id="121" idx="6"/>
              <a:endCxn id="124" idx="2"/>
            </p:cNvCxnSpPr>
            <p:nvPr/>
          </p:nvCxnSpPr>
          <p:spPr>
            <a:xfrm>
              <a:off x="5497" y="9730"/>
              <a:ext cx="6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>
              <a:stCxn id="120" idx="4"/>
              <a:endCxn id="123" idx="1"/>
            </p:cNvCxnSpPr>
            <p:nvPr/>
          </p:nvCxnSpPr>
          <p:spPr>
            <a:xfrm>
              <a:off x="5393" y="8438"/>
              <a:ext cx="375" cy="14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>
              <a:stCxn id="85" idx="4"/>
              <a:endCxn id="123" idx="7"/>
            </p:cNvCxnSpPr>
            <p:nvPr/>
          </p:nvCxnSpPr>
          <p:spPr>
            <a:xfrm flipH="1">
              <a:off x="5916" y="8438"/>
              <a:ext cx="363" cy="14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>
              <a:stCxn id="84" idx="3"/>
            </p:cNvCxnSpPr>
            <p:nvPr/>
          </p:nvCxnSpPr>
          <p:spPr>
            <a:xfrm flipH="1">
              <a:off x="5416" y="8167"/>
              <a:ext cx="351" cy="1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>
              <a:stCxn id="84" idx="5"/>
              <a:endCxn id="124" idx="1"/>
            </p:cNvCxnSpPr>
            <p:nvPr/>
          </p:nvCxnSpPr>
          <p:spPr>
            <a:xfrm>
              <a:off x="5916" y="8167"/>
              <a:ext cx="289" cy="14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3" name="椭圆 92"/>
            <p:cNvSpPr/>
            <p:nvPr/>
          </p:nvSpPr>
          <p:spPr>
            <a:xfrm>
              <a:off x="6175" y="8587"/>
              <a:ext cx="209" cy="192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5288" y="8587"/>
              <a:ext cx="209" cy="192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95" name="直接连接符 94"/>
            <p:cNvCxnSpPr>
              <a:stCxn id="94" idx="6"/>
              <a:endCxn id="93" idx="2"/>
            </p:cNvCxnSpPr>
            <p:nvPr/>
          </p:nvCxnSpPr>
          <p:spPr>
            <a:xfrm>
              <a:off x="5497" y="8684"/>
              <a:ext cx="6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7" name="椭圆 96"/>
            <p:cNvSpPr/>
            <p:nvPr/>
          </p:nvSpPr>
          <p:spPr>
            <a:xfrm>
              <a:off x="5738" y="8370"/>
              <a:ext cx="209" cy="192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98" name="直接连接符 97"/>
            <p:cNvCxnSpPr>
              <a:stCxn id="94" idx="7"/>
              <a:endCxn id="97" idx="2"/>
            </p:cNvCxnSpPr>
            <p:nvPr/>
          </p:nvCxnSpPr>
          <p:spPr>
            <a:xfrm flipV="1">
              <a:off x="5467" y="8467"/>
              <a:ext cx="271" cy="1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>
              <a:stCxn id="97" idx="6"/>
              <a:endCxn id="93" idx="1"/>
            </p:cNvCxnSpPr>
            <p:nvPr/>
          </p:nvCxnSpPr>
          <p:spPr>
            <a:xfrm>
              <a:off x="5947" y="8467"/>
              <a:ext cx="258" cy="1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0" name="椭圆 99"/>
            <p:cNvSpPr/>
            <p:nvPr/>
          </p:nvSpPr>
          <p:spPr>
            <a:xfrm>
              <a:off x="6229" y="8939"/>
              <a:ext cx="83" cy="7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6229" y="9128"/>
              <a:ext cx="83" cy="7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6229" y="9331"/>
              <a:ext cx="83" cy="7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5328" y="9331"/>
              <a:ext cx="83" cy="7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椭圆 103"/>
            <p:cNvSpPr/>
            <p:nvPr/>
          </p:nvSpPr>
          <p:spPr>
            <a:xfrm>
              <a:off x="5328" y="9128"/>
              <a:ext cx="83" cy="7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椭圆 104"/>
            <p:cNvSpPr/>
            <p:nvPr/>
          </p:nvSpPr>
          <p:spPr>
            <a:xfrm>
              <a:off x="5328" y="8939"/>
              <a:ext cx="83" cy="77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89" name="组合 288"/>
          <p:cNvGrpSpPr/>
          <p:nvPr/>
        </p:nvGrpSpPr>
        <p:grpSpPr>
          <a:xfrm>
            <a:off x="471805" y="4418965"/>
            <a:ext cx="1830705" cy="995680"/>
            <a:chOff x="10269" y="7798"/>
            <a:chExt cx="4048" cy="1812"/>
          </a:xfrm>
        </p:grpSpPr>
        <p:sp>
          <p:nvSpPr>
            <p:cNvPr id="112" name="同心圆 111"/>
            <p:cNvSpPr/>
            <p:nvPr/>
          </p:nvSpPr>
          <p:spPr>
            <a:xfrm rot="5400000">
              <a:off x="10942" y="8088"/>
              <a:ext cx="1810" cy="1230"/>
            </a:xfrm>
            <a:prstGeom prst="donut">
              <a:avLst>
                <a:gd name="adj" fmla="val 10311"/>
              </a:avLst>
            </a:prstGeom>
            <a:gradFill>
              <a:gsLst>
                <a:gs pos="50000">
                  <a:schemeClr val="accent5"/>
                </a:gs>
                <a:gs pos="0">
                  <a:schemeClr val="accent5">
                    <a:lumMod val="25000"/>
                    <a:lumOff val="75000"/>
                  </a:schemeClr>
                </a:gs>
                <a:gs pos="100000">
                  <a:schemeClr val="accent5">
                    <a:lumMod val="8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8" name="椭圆 217"/>
            <p:cNvSpPr/>
            <p:nvPr/>
          </p:nvSpPr>
          <p:spPr>
            <a:xfrm>
              <a:off x="12535" y="8671"/>
              <a:ext cx="110" cy="108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1" name="椭圆 220"/>
            <p:cNvSpPr/>
            <p:nvPr/>
          </p:nvSpPr>
          <p:spPr>
            <a:xfrm>
              <a:off x="11955" y="8671"/>
              <a:ext cx="110" cy="108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同心圆 112"/>
            <p:cNvSpPr/>
            <p:nvPr/>
          </p:nvSpPr>
          <p:spPr>
            <a:xfrm rot="5400000">
              <a:off x="11395" y="8090"/>
              <a:ext cx="1810" cy="1230"/>
            </a:xfrm>
            <a:prstGeom prst="donut">
              <a:avLst>
                <a:gd name="adj" fmla="val 10311"/>
              </a:avLst>
            </a:prstGeom>
            <a:gradFill>
              <a:gsLst>
                <a:gs pos="50000">
                  <a:schemeClr val="accent5"/>
                </a:gs>
                <a:gs pos="0">
                  <a:schemeClr val="accent5">
                    <a:lumMod val="25000"/>
                    <a:lumOff val="75000"/>
                  </a:schemeClr>
                </a:gs>
                <a:gs pos="100000">
                  <a:schemeClr val="accent5">
                    <a:lumMod val="8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4" name="同心圆 113"/>
            <p:cNvSpPr/>
            <p:nvPr/>
          </p:nvSpPr>
          <p:spPr>
            <a:xfrm rot="5400000">
              <a:off x="11849" y="8090"/>
              <a:ext cx="1810" cy="1230"/>
            </a:xfrm>
            <a:prstGeom prst="donut">
              <a:avLst>
                <a:gd name="adj" fmla="val 10311"/>
              </a:avLst>
            </a:prstGeom>
            <a:gradFill>
              <a:gsLst>
                <a:gs pos="50000">
                  <a:schemeClr val="accent5"/>
                </a:gs>
                <a:gs pos="0">
                  <a:schemeClr val="accent5">
                    <a:lumMod val="25000"/>
                    <a:lumOff val="75000"/>
                  </a:schemeClr>
                </a:gs>
                <a:gs pos="100000">
                  <a:schemeClr val="accent5">
                    <a:lumMod val="8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9" name="椭圆 218"/>
            <p:cNvSpPr/>
            <p:nvPr/>
          </p:nvSpPr>
          <p:spPr>
            <a:xfrm>
              <a:off x="12139" y="8671"/>
              <a:ext cx="110" cy="108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0" name="椭圆 219"/>
            <p:cNvSpPr/>
            <p:nvPr/>
          </p:nvSpPr>
          <p:spPr>
            <a:xfrm>
              <a:off x="12352" y="8671"/>
              <a:ext cx="110" cy="108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2" name="椭圆 201"/>
            <p:cNvSpPr/>
            <p:nvPr/>
          </p:nvSpPr>
          <p:spPr>
            <a:xfrm>
              <a:off x="12745" y="8234"/>
              <a:ext cx="157" cy="13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3" name="椭圆 202"/>
            <p:cNvSpPr/>
            <p:nvPr/>
          </p:nvSpPr>
          <p:spPr>
            <a:xfrm>
              <a:off x="13430" y="8608"/>
              <a:ext cx="157" cy="13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4" name="椭圆 203"/>
            <p:cNvSpPr/>
            <p:nvPr/>
          </p:nvSpPr>
          <p:spPr>
            <a:xfrm>
              <a:off x="13060" y="8605"/>
              <a:ext cx="157" cy="13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5" name="椭圆 204"/>
            <p:cNvSpPr/>
            <p:nvPr/>
          </p:nvSpPr>
          <p:spPr>
            <a:xfrm>
              <a:off x="14161" y="8364"/>
              <a:ext cx="157" cy="13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6" name="椭圆 205"/>
            <p:cNvSpPr/>
            <p:nvPr/>
          </p:nvSpPr>
          <p:spPr>
            <a:xfrm>
              <a:off x="12745" y="9044"/>
              <a:ext cx="157" cy="13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7" name="椭圆 206"/>
            <p:cNvSpPr/>
            <p:nvPr/>
          </p:nvSpPr>
          <p:spPr>
            <a:xfrm>
              <a:off x="14004" y="8878"/>
              <a:ext cx="157" cy="13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8" name="椭圆 207"/>
            <p:cNvSpPr/>
            <p:nvPr/>
          </p:nvSpPr>
          <p:spPr>
            <a:xfrm>
              <a:off x="13587" y="8088"/>
              <a:ext cx="157" cy="13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9" name="椭圆 208"/>
            <p:cNvSpPr/>
            <p:nvPr/>
          </p:nvSpPr>
          <p:spPr>
            <a:xfrm>
              <a:off x="13587" y="9044"/>
              <a:ext cx="157" cy="13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0" name="直接连接符 209"/>
            <p:cNvCxnSpPr>
              <a:stCxn id="202" idx="5"/>
              <a:endCxn id="204" idx="1"/>
            </p:cNvCxnSpPr>
            <p:nvPr/>
          </p:nvCxnSpPr>
          <p:spPr>
            <a:xfrm>
              <a:off x="12879" y="8352"/>
              <a:ext cx="204" cy="2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>
              <a:stCxn id="206" idx="7"/>
              <a:endCxn id="204" idx="3"/>
            </p:cNvCxnSpPr>
            <p:nvPr/>
          </p:nvCxnSpPr>
          <p:spPr>
            <a:xfrm flipV="1">
              <a:off x="12879" y="8723"/>
              <a:ext cx="204" cy="3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>
              <a:stCxn id="204" idx="6"/>
              <a:endCxn id="203" idx="2"/>
            </p:cNvCxnSpPr>
            <p:nvPr/>
          </p:nvCxnSpPr>
          <p:spPr>
            <a:xfrm>
              <a:off x="13216" y="8674"/>
              <a:ext cx="214" cy="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>
              <a:stCxn id="203" idx="0"/>
              <a:endCxn id="208" idx="4"/>
            </p:cNvCxnSpPr>
            <p:nvPr/>
          </p:nvCxnSpPr>
          <p:spPr>
            <a:xfrm flipV="1">
              <a:off x="13509" y="8227"/>
              <a:ext cx="157" cy="3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>
            <a:xfrm>
              <a:off x="13509" y="8749"/>
              <a:ext cx="148" cy="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>
              <a:stCxn id="205" idx="4"/>
              <a:endCxn id="207" idx="0"/>
            </p:cNvCxnSpPr>
            <p:nvPr/>
          </p:nvCxnSpPr>
          <p:spPr>
            <a:xfrm flipH="1">
              <a:off x="14083" y="8503"/>
              <a:ext cx="157" cy="3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>
              <a:endCxn id="207" idx="3"/>
            </p:cNvCxnSpPr>
            <p:nvPr/>
          </p:nvCxnSpPr>
          <p:spPr>
            <a:xfrm flipV="1">
              <a:off x="13744" y="8997"/>
              <a:ext cx="283" cy="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1" name="椭圆 250"/>
            <p:cNvSpPr/>
            <p:nvPr/>
          </p:nvSpPr>
          <p:spPr>
            <a:xfrm>
              <a:off x="13144" y="7949"/>
              <a:ext cx="157" cy="13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椭圆 251"/>
            <p:cNvSpPr/>
            <p:nvPr/>
          </p:nvSpPr>
          <p:spPr>
            <a:xfrm>
              <a:off x="13144" y="9270"/>
              <a:ext cx="157" cy="13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54" name="直接连接符 253"/>
            <p:cNvCxnSpPr>
              <a:endCxn id="251" idx="3"/>
            </p:cNvCxnSpPr>
            <p:nvPr/>
          </p:nvCxnSpPr>
          <p:spPr>
            <a:xfrm flipV="1">
              <a:off x="12902" y="8068"/>
              <a:ext cx="265" cy="2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>
              <a:endCxn id="208" idx="2"/>
            </p:cNvCxnSpPr>
            <p:nvPr/>
          </p:nvCxnSpPr>
          <p:spPr>
            <a:xfrm>
              <a:off x="13305" y="8033"/>
              <a:ext cx="282" cy="1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>
              <a:endCxn id="252" idx="2"/>
            </p:cNvCxnSpPr>
            <p:nvPr/>
          </p:nvCxnSpPr>
          <p:spPr>
            <a:xfrm>
              <a:off x="12902" y="9151"/>
              <a:ext cx="242" cy="1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>
              <a:endCxn id="209" idx="3"/>
            </p:cNvCxnSpPr>
            <p:nvPr/>
          </p:nvCxnSpPr>
          <p:spPr>
            <a:xfrm flipV="1">
              <a:off x="13305" y="9163"/>
              <a:ext cx="305" cy="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1" name="椭圆 260"/>
            <p:cNvSpPr/>
            <p:nvPr/>
          </p:nvSpPr>
          <p:spPr>
            <a:xfrm rot="10800000">
              <a:off x="11685" y="9055"/>
              <a:ext cx="157" cy="13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2" name="椭圆 261"/>
            <p:cNvSpPr/>
            <p:nvPr/>
          </p:nvSpPr>
          <p:spPr>
            <a:xfrm rot="10800000">
              <a:off x="11000" y="8681"/>
              <a:ext cx="157" cy="13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4" name="椭圆 263"/>
            <p:cNvSpPr/>
            <p:nvPr/>
          </p:nvSpPr>
          <p:spPr>
            <a:xfrm rot="10800000">
              <a:off x="11370" y="8684"/>
              <a:ext cx="157" cy="13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5" name="椭圆 264"/>
            <p:cNvSpPr/>
            <p:nvPr/>
          </p:nvSpPr>
          <p:spPr>
            <a:xfrm rot="10800000">
              <a:off x="10269" y="8955"/>
              <a:ext cx="157" cy="13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7" name="椭圆 266"/>
            <p:cNvSpPr/>
            <p:nvPr/>
          </p:nvSpPr>
          <p:spPr>
            <a:xfrm rot="10800000">
              <a:off x="11685" y="8245"/>
              <a:ext cx="157" cy="13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8" name="椭圆 267"/>
            <p:cNvSpPr/>
            <p:nvPr/>
          </p:nvSpPr>
          <p:spPr>
            <a:xfrm rot="10800000">
              <a:off x="10426" y="8411"/>
              <a:ext cx="157" cy="13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0" name="椭圆 269"/>
            <p:cNvSpPr/>
            <p:nvPr/>
          </p:nvSpPr>
          <p:spPr>
            <a:xfrm rot="10800000">
              <a:off x="10843" y="9201"/>
              <a:ext cx="157" cy="13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1" name="椭圆 270"/>
            <p:cNvSpPr/>
            <p:nvPr/>
          </p:nvSpPr>
          <p:spPr>
            <a:xfrm rot="10800000">
              <a:off x="10843" y="8245"/>
              <a:ext cx="157" cy="13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73" name="直接连接符 272"/>
            <p:cNvCxnSpPr>
              <a:stCxn id="261" idx="5"/>
              <a:endCxn id="264" idx="1"/>
            </p:cNvCxnSpPr>
            <p:nvPr/>
          </p:nvCxnSpPr>
          <p:spPr>
            <a:xfrm rot="10800000">
              <a:off x="11504" y="8803"/>
              <a:ext cx="204" cy="2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>
              <a:stCxn id="267" idx="7"/>
              <a:endCxn id="264" idx="3"/>
            </p:cNvCxnSpPr>
            <p:nvPr/>
          </p:nvCxnSpPr>
          <p:spPr>
            <a:xfrm rot="10800000" flipV="1">
              <a:off x="11504" y="8364"/>
              <a:ext cx="204" cy="3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>
              <a:stCxn id="264" idx="6"/>
              <a:endCxn id="262" idx="2"/>
            </p:cNvCxnSpPr>
            <p:nvPr/>
          </p:nvCxnSpPr>
          <p:spPr>
            <a:xfrm rot="10800000">
              <a:off x="11157" y="8750"/>
              <a:ext cx="214" cy="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>
              <a:stCxn id="262" idx="0"/>
              <a:endCxn id="270" idx="4"/>
            </p:cNvCxnSpPr>
            <p:nvPr/>
          </p:nvCxnSpPr>
          <p:spPr>
            <a:xfrm rot="10800000" flipV="1">
              <a:off x="10921" y="8820"/>
              <a:ext cx="157" cy="3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9" name="直接连接符 278"/>
            <p:cNvCxnSpPr/>
            <p:nvPr/>
          </p:nvCxnSpPr>
          <p:spPr>
            <a:xfrm rot="10800000">
              <a:off x="10930" y="8387"/>
              <a:ext cx="148" cy="2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0" name="直接连接符 279"/>
            <p:cNvCxnSpPr>
              <a:stCxn id="265" idx="4"/>
              <a:endCxn id="268" idx="0"/>
            </p:cNvCxnSpPr>
            <p:nvPr/>
          </p:nvCxnSpPr>
          <p:spPr>
            <a:xfrm flipV="1">
              <a:off x="10347" y="8550"/>
              <a:ext cx="157" cy="4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1" name="直接连接符 280"/>
            <p:cNvCxnSpPr>
              <a:endCxn id="268" idx="3"/>
            </p:cNvCxnSpPr>
            <p:nvPr/>
          </p:nvCxnSpPr>
          <p:spPr>
            <a:xfrm rot="10800000" flipV="1">
              <a:off x="10560" y="8334"/>
              <a:ext cx="283" cy="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3" name="椭圆 282"/>
            <p:cNvSpPr/>
            <p:nvPr/>
          </p:nvSpPr>
          <p:spPr>
            <a:xfrm rot="10800000">
              <a:off x="11286" y="9340"/>
              <a:ext cx="157" cy="13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4" name="椭圆 283"/>
            <p:cNvSpPr/>
            <p:nvPr/>
          </p:nvSpPr>
          <p:spPr>
            <a:xfrm rot="10800000">
              <a:off x="11286" y="8019"/>
              <a:ext cx="157" cy="139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85" name="直接连接符 284"/>
            <p:cNvCxnSpPr>
              <a:endCxn id="283" idx="3"/>
            </p:cNvCxnSpPr>
            <p:nvPr/>
          </p:nvCxnSpPr>
          <p:spPr>
            <a:xfrm rot="10800000" flipV="1">
              <a:off x="11420" y="9149"/>
              <a:ext cx="265" cy="2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6" name="直接连接符 285"/>
            <p:cNvCxnSpPr>
              <a:endCxn id="270" idx="2"/>
            </p:cNvCxnSpPr>
            <p:nvPr/>
          </p:nvCxnSpPr>
          <p:spPr>
            <a:xfrm rot="10800000">
              <a:off x="11000" y="9270"/>
              <a:ext cx="282" cy="1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7" name="直接连接符 286"/>
            <p:cNvCxnSpPr>
              <a:endCxn id="284" idx="2"/>
            </p:cNvCxnSpPr>
            <p:nvPr/>
          </p:nvCxnSpPr>
          <p:spPr>
            <a:xfrm rot="10800000">
              <a:off x="11443" y="8088"/>
              <a:ext cx="242" cy="1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8" name="直接连接符 287"/>
            <p:cNvCxnSpPr>
              <a:endCxn id="271" idx="3"/>
            </p:cNvCxnSpPr>
            <p:nvPr/>
          </p:nvCxnSpPr>
          <p:spPr>
            <a:xfrm rot="10800000" flipV="1">
              <a:off x="10977" y="8088"/>
              <a:ext cx="305" cy="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72" name="直接箭头连接符 71"/>
          <p:cNvCxnSpPr/>
          <p:nvPr/>
        </p:nvCxnSpPr>
        <p:spPr>
          <a:xfrm flipH="1">
            <a:off x="3081655" y="3844925"/>
            <a:ext cx="2540" cy="170815"/>
          </a:xfrm>
          <a:prstGeom prst="straightConnector1">
            <a:avLst/>
          </a:prstGeom>
          <a:ln w="12700" cap="flat" cmpd="sng" algn="ctr">
            <a:solidFill>
              <a:prstClr val="black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41" name="组合 340"/>
          <p:cNvGrpSpPr/>
          <p:nvPr/>
        </p:nvGrpSpPr>
        <p:grpSpPr>
          <a:xfrm rot="0">
            <a:off x="3750970" y="5626100"/>
            <a:ext cx="1080000" cy="1080000"/>
            <a:chOff x="2387" y="4590"/>
            <a:chExt cx="2216" cy="2273"/>
          </a:xfrm>
          <a:solidFill>
            <a:schemeClr val="bg2"/>
          </a:solidFill>
        </p:grpSpPr>
        <p:grpSp>
          <p:nvGrpSpPr>
            <p:cNvPr id="342" name="组合 341"/>
            <p:cNvGrpSpPr/>
            <p:nvPr/>
          </p:nvGrpSpPr>
          <p:grpSpPr>
            <a:xfrm>
              <a:off x="2387" y="4590"/>
              <a:ext cx="2216" cy="854"/>
              <a:chOff x="2387" y="4590"/>
              <a:chExt cx="2216" cy="854"/>
            </a:xfrm>
            <a:grpFill/>
          </p:grpSpPr>
          <p:grpSp>
            <p:nvGrpSpPr>
              <p:cNvPr id="343" name="组合 342"/>
              <p:cNvGrpSpPr/>
              <p:nvPr/>
            </p:nvGrpSpPr>
            <p:grpSpPr>
              <a:xfrm>
                <a:off x="2387" y="4875"/>
                <a:ext cx="2216" cy="284"/>
                <a:chOff x="2385" y="4590"/>
                <a:chExt cx="2216" cy="284"/>
              </a:xfrm>
              <a:grpFill/>
            </p:grpSpPr>
            <p:grpSp>
              <p:nvGrpSpPr>
                <p:cNvPr id="344" name="组合 343"/>
                <p:cNvGrpSpPr/>
                <p:nvPr/>
              </p:nvGrpSpPr>
              <p:grpSpPr>
                <a:xfrm>
                  <a:off x="2385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345" name="矩形 344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6" name="矩形 345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7" name="矩形 346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8" name="矩形 347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49" name="组合 348"/>
                <p:cNvGrpSpPr/>
                <p:nvPr/>
              </p:nvGrpSpPr>
              <p:grpSpPr>
                <a:xfrm>
                  <a:off x="3487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350" name="矩形 349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1" name="矩形 350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2" name="矩形 351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3" name="矩形 352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354" name="组合 353"/>
              <p:cNvGrpSpPr/>
              <p:nvPr/>
            </p:nvGrpSpPr>
            <p:grpSpPr>
              <a:xfrm>
                <a:off x="2387" y="5160"/>
                <a:ext cx="2216" cy="284"/>
                <a:chOff x="2385" y="4590"/>
                <a:chExt cx="2216" cy="284"/>
              </a:xfrm>
              <a:grpFill/>
            </p:grpSpPr>
            <p:grpSp>
              <p:nvGrpSpPr>
                <p:cNvPr id="355" name="组合 354"/>
                <p:cNvGrpSpPr/>
                <p:nvPr/>
              </p:nvGrpSpPr>
              <p:grpSpPr>
                <a:xfrm>
                  <a:off x="2385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356" name="矩形 355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7" name="矩形 356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8" name="矩形 357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adFill>
                    <a:gsLst>
                      <a:gs pos="50000">
                        <a:schemeClr val="accent3"/>
                      </a:gs>
                      <a:gs pos="0">
                        <a:schemeClr val="accent3">
                          <a:lumMod val="25000"/>
                          <a:lumOff val="75000"/>
                        </a:schemeClr>
                      </a:gs>
                      <a:gs pos="100000">
                        <a:schemeClr val="accent3">
                          <a:lumMod val="85000"/>
                        </a:schemeClr>
                      </a:gs>
                    </a:gsLst>
                    <a:lin ang="5400000" scaled="1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9" name="矩形 358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60" name="组合 359"/>
                <p:cNvGrpSpPr/>
                <p:nvPr/>
              </p:nvGrpSpPr>
              <p:grpSpPr>
                <a:xfrm>
                  <a:off x="3487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361" name="矩形 360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2" name="矩形 361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3" name="矩形 362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4" name="矩形 363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365" name="组合 364"/>
              <p:cNvGrpSpPr/>
              <p:nvPr/>
            </p:nvGrpSpPr>
            <p:grpSpPr>
              <a:xfrm>
                <a:off x="2387" y="4590"/>
                <a:ext cx="2216" cy="284"/>
                <a:chOff x="2385" y="4590"/>
                <a:chExt cx="2216" cy="284"/>
              </a:xfrm>
              <a:grpFill/>
            </p:grpSpPr>
            <p:grpSp>
              <p:nvGrpSpPr>
                <p:cNvPr id="366" name="组合 365"/>
                <p:cNvGrpSpPr/>
                <p:nvPr/>
              </p:nvGrpSpPr>
              <p:grpSpPr>
                <a:xfrm>
                  <a:off x="2385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367" name="矩形 366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8" name="矩形 367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9" name="矩形 368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70" name="矩形 369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71" name="组合 370"/>
                <p:cNvGrpSpPr/>
                <p:nvPr/>
              </p:nvGrpSpPr>
              <p:grpSpPr>
                <a:xfrm>
                  <a:off x="3487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372" name="矩形 371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73" name="矩形 372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74" name="矩形 373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75" name="矩形 374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grpSp>
          <p:nvGrpSpPr>
            <p:cNvPr id="376" name="组合 375"/>
            <p:cNvGrpSpPr/>
            <p:nvPr/>
          </p:nvGrpSpPr>
          <p:grpSpPr>
            <a:xfrm>
              <a:off x="2387" y="5445"/>
              <a:ext cx="2216" cy="854"/>
              <a:chOff x="2387" y="4590"/>
              <a:chExt cx="2216" cy="854"/>
            </a:xfrm>
            <a:grpFill/>
          </p:grpSpPr>
          <p:grpSp>
            <p:nvGrpSpPr>
              <p:cNvPr id="377" name="组合 376"/>
              <p:cNvGrpSpPr/>
              <p:nvPr/>
            </p:nvGrpSpPr>
            <p:grpSpPr>
              <a:xfrm>
                <a:off x="2387" y="4875"/>
                <a:ext cx="2216" cy="284"/>
                <a:chOff x="2385" y="4590"/>
                <a:chExt cx="2216" cy="284"/>
              </a:xfrm>
              <a:grpFill/>
            </p:grpSpPr>
            <p:grpSp>
              <p:nvGrpSpPr>
                <p:cNvPr id="378" name="组合 377"/>
                <p:cNvGrpSpPr/>
                <p:nvPr/>
              </p:nvGrpSpPr>
              <p:grpSpPr>
                <a:xfrm>
                  <a:off x="2385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379" name="矩形 378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80" name="矩形 379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81" name="矩形 380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82" name="矩形 381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83" name="组合 382"/>
                <p:cNvGrpSpPr/>
                <p:nvPr/>
              </p:nvGrpSpPr>
              <p:grpSpPr>
                <a:xfrm>
                  <a:off x="3487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384" name="矩形 383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85" name="矩形 384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86" name="矩形 385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87" name="矩形 386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388" name="组合 387"/>
              <p:cNvGrpSpPr/>
              <p:nvPr/>
            </p:nvGrpSpPr>
            <p:grpSpPr>
              <a:xfrm>
                <a:off x="2387" y="5160"/>
                <a:ext cx="2216" cy="284"/>
                <a:chOff x="2385" y="4590"/>
                <a:chExt cx="2216" cy="284"/>
              </a:xfrm>
              <a:grpFill/>
            </p:grpSpPr>
            <p:grpSp>
              <p:nvGrpSpPr>
                <p:cNvPr id="389" name="组合 388"/>
                <p:cNvGrpSpPr/>
                <p:nvPr/>
              </p:nvGrpSpPr>
              <p:grpSpPr>
                <a:xfrm>
                  <a:off x="2385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390" name="矩形 389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1" name="矩形 390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2" name="矩形 391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3" name="矩形 392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394" name="组合 393"/>
                <p:cNvGrpSpPr/>
                <p:nvPr/>
              </p:nvGrpSpPr>
              <p:grpSpPr>
                <a:xfrm>
                  <a:off x="3487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395" name="矩形 394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6" name="矩形 395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adFill>
                    <a:gsLst>
                      <a:gs pos="50000">
                        <a:schemeClr val="accent2"/>
                      </a:gs>
                      <a:gs pos="0">
                        <a:schemeClr val="accent2">
                          <a:lumMod val="25000"/>
                          <a:lumOff val="75000"/>
                        </a:schemeClr>
                      </a:gs>
                      <a:gs pos="100000">
                        <a:schemeClr val="accent2">
                          <a:lumMod val="85000"/>
                        </a:schemeClr>
                      </a:gs>
                    </a:gsLst>
                    <a:lin ang="5400000" scaled="1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7" name="矩形 396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8" name="矩形 397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399" name="组合 398"/>
              <p:cNvGrpSpPr/>
              <p:nvPr/>
            </p:nvGrpSpPr>
            <p:grpSpPr>
              <a:xfrm>
                <a:off x="2387" y="4590"/>
                <a:ext cx="2216" cy="284"/>
                <a:chOff x="2385" y="4590"/>
                <a:chExt cx="2216" cy="284"/>
              </a:xfrm>
              <a:grpFill/>
            </p:grpSpPr>
            <p:grpSp>
              <p:nvGrpSpPr>
                <p:cNvPr id="400" name="组合 399"/>
                <p:cNvGrpSpPr/>
                <p:nvPr/>
              </p:nvGrpSpPr>
              <p:grpSpPr>
                <a:xfrm>
                  <a:off x="2385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401" name="矩形 400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2" name="矩形 401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3" name="矩形 402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4" name="矩形 403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05" name="组合 404"/>
                <p:cNvGrpSpPr/>
                <p:nvPr/>
              </p:nvGrpSpPr>
              <p:grpSpPr>
                <a:xfrm>
                  <a:off x="3487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406" name="矩形 405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7" name="矩形 406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8" name="矩形 407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9" name="矩形 408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grpSp>
          <p:nvGrpSpPr>
            <p:cNvPr id="410" name="组合 409"/>
            <p:cNvGrpSpPr/>
            <p:nvPr/>
          </p:nvGrpSpPr>
          <p:grpSpPr>
            <a:xfrm rot="0">
              <a:off x="2387" y="6578"/>
              <a:ext cx="2216" cy="285"/>
              <a:chOff x="2385" y="4590"/>
              <a:chExt cx="2216" cy="285"/>
            </a:xfrm>
            <a:grpFill/>
          </p:grpSpPr>
          <p:grpSp>
            <p:nvGrpSpPr>
              <p:cNvPr id="411" name="组合 410"/>
              <p:cNvGrpSpPr/>
              <p:nvPr/>
            </p:nvGrpSpPr>
            <p:grpSpPr>
              <a:xfrm>
                <a:off x="2385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412" name="矩形 411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13" name="矩形 412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14" name="矩形 413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15" name="矩形 414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16" name="组合 415"/>
              <p:cNvGrpSpPr/>
              <p:nvPr/>
            </p:nvGrpSpPr>
            <p:grpSpPr>
              <a:xfrm>
                <a:off x="3487" y="4590"/>
                <a:ext cx="1114" cy="285"/>
                <a:chOff x="2385" y="4590"/>
                <a:chExt cx="1114" cy="285"/>
              </a:xfrm>
              <a:grpFill/>
            </p:grpSpPr>
            <p:sp>
              <p:nvSpPr>
                <p:cNvPr id="417" name="矩形 416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18" name="矩形 417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19" name="矩形 418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20" name="矩形 419"/>
                <p:cNvSpPr/>
                <p:nvPr/>
              </p:nvSpPr>
              <p:spPr>
                <a:xfrm>
                  <a:off x="3216" y="4590"/>
                  <a:ext cx="283" cy="285"/>
                </a:xfrm>
                <a:prstGeom prst="rect">
                  <a:avLst/>
                </a:prstGeom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421" name="组合 420"/>
            <p:cNvGrpSpPr/>
            <p:nvPr/>
          </p:nvGrpSpPr>
          <p:grpSpPr>
            <a:xfrm rot="0">
              <a:off x="2387" y="6293"/>
              <a:ext cx="2216" cy="284"/>
              <a:chOff x="2385" y="4590"/>
              <a:chExt cx="2216" cy="284"/>
            </a:xfrm>
            <a:grpFill/>
          </p:grpSpPr>
          <p:grpSp>
            <p:nvGrpSpPr>
              <p:cNvPr id="422" name="组合 421"/>
              <p:cNvGrpSpPr/>
              <p:nvPr/>
            </p:nvGrpSpPr>
            <p:grpSpPr>
              <a:xfrm>
                <a:off x="2385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423" name="矩形 422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24" name="矩形 423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25" name="矩形 424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26" name="矩形 425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27" name="组合 426"/>
              <p:cNvGrpSpPr/>
              <p:nvPr/>
            </p:nvGrpSpPr>
            <p:grpSpPr>
              <a:xfrm>
                <a:off x="3487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428" name="矩形 427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29" name="矩形 428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30" name="矩形 429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31" name="矩形 430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2" name="文本框 431"/>
              <p:cNvSpPr txBox="1"/>
              <p:nvPr/>
            </p:nvSpPr>
            <p:spPr>
              <a:xfrm>
                <a:off x="3001010" y="4515485"/>
                <a:ext cx="53784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32" name="文本框 4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010" y="4515485"/>
                <a:ext cx="537845" cy="368300"/>
              </a:xfrm>
              <a:prstGeom prst="rect">
                <a:avLst/>
              </a:prstGeom>
              <a:blipFill rotWithShape="1"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本框 70"/>
              <p:cNvSpPr txBox="1"/>
              <p:nvPr/>
            </p:nvSpPr>
            <p:spPr>
              <a:xfrm>
                <a:off x="3001010" y="5711190"/>
                <a:ext cx="46545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1" name="文本框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010" y="5711190"/>
                <a:ext cx="465455" cy="368300"/>
              </a:xfrm>
              <a:prstGeom prst="rect">
                <a:avLst/>
              </a:prstGeom>
              <a:blipFill rotWithShape="1"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8" name="组合 647"/>
          <p:cNvGrpSpPr/>
          <p:nvPr/>
        </p:nvGrpSpPr>
        <p:grpSpPr>
          <a:xfrm>
            <a:off x="5683250" y="4469130"/>
            <a:ext cx="706755" cy="2061845"/>
            <a:chOff x="10329" y="7555"/>
            <a:chExt cx="1158" cy="3247"/>
          </a:xfrm>
        </p:grpSpPr>
        <p:grpSp>
          <p:nvGrpSpPr>
            <p:cNvPr id="636" name="组合 635"/>
            <p:cNvGrpSpPr/>
            <p:nvPr/>
          </p:nvGrpSpPr>
          <p:grpSpPr>
            <a:xfrm rot="16200000">
              <a:off x="8986" y="8906"/>
              <a:ext cx="3239" cy="552"/>
              <a:chOff x="9227" y="7095"/>
              <a:chExt cx="2048" cy="885"/>
            </a:xfrm>
          </p:grpSpPr>
          <p:sp>
            <p:nvSpPr>
              <p:cNvPr id="631" name="圆角矩形 630"/>
              <p:cNvSpPr/>
              <p:nvPr/>
            </p:nvSpPr>
            <p:spPr>
              <a:xfrm>
                <a:off x="9227" y="7136"/>
                <a:ext cx="2048" cy="756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文本框 79"/>
              <p:cNvSpPr txBox="1"/>
              <p:nvPr/>
            </p:nvSpPr>
            <p:spPr>
              <a:xfrm>
                <a:off x="9258" y="7095"/>
                <a:ext cx="1916" cy="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/>
                  <a:t>Adaptive Fusion</a:t>
                </a:r>
                <a:endParaRPr lang="en-US" altLang="zh-CN" sz="1600"/>
              </a:p>
            </p:txBody>
          </p:sp>
        </p:grpSp>
        <p:grpSp>
          <p:nvGrpSpPr>
            <p:cNvPr id="647" name="组合 646"/>
            <p:cNvGrpSpPr/>
            <p:nvPr/>
          </p:nvGrpSpPr>
          <p:grpSpPr>
            <a:xfrm rot="16200000">
              <a:off x="9560" y="8860"/>
              <a:ext cx="3232" cy="622"/>
              <a:chOff x="8588" y="8878"/>
              <a:chExt cx="3232" cy="622"/>
            </a:xfrm>
          </p:grpSpPr>
          <p:sp>
            <p:nvSpPr>
              <p:cNvPr id="106" name="圆角矩形 105"/>
              <p:cNvSpPr/>
              <p:nvPr/>
            </p:nvSpPr>
            <p:spPr>
              <a:xfrm>
                <a:off x="8623" y="8878"/>
                <a:ext cx="3142" cy="622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0" name="文本框 109"/>
                  <p:cNvSpPr txBox="1"/>
                  <p:nvPr/>
                </p:nvSpPr>
                <p:spPr>
                  <a:xfrm>
                    <a:off x="8588" y="8878"/>
                    <a:ext cx="3233" cy="597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noAutofit/>
                  </a:bodyPr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𝐺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6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10" name="文本框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88" y="8878"/>
                    <a:ext cx="3233" cy="597"/>
                  </a:xfrm>
                  <a:prstGeom prst="rect">
                    <a:avLst/>
                  </a:prstGeom>
                  <a:blipFill rotWithShape="1">
                    <a:blip r:embed="rId5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43" name="直接箭头连接符 442"/>
          <p:cNvCxnSpPr/>
          <p:nvPr/>
        </p:nvCxnSpPr>
        <p:spPr>
          <a:xfrm>
            <a:off x="2868295" y="4843780"/>
            <a:ext cx="813435" cy="88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6" name="组合 445"/>
          <p:cNvGrpSpPr/>
          <p:nvPr/>
        </p:nvGrpSpPr>
        <p:grpSpPr>
          <a:xfrm rot="0">
            <a:off x="6760210" y="4869180"/>
            <a:ext cx="1260000" cy="1260000"/>
            <a:chOff x="2387" y="4590"/>
            <a:chExt cx="2218" cy="2273"/>
          </a:xfrm>
          <a:solidFill>
            <a:schemeClr val="bg2"/>
          </a:solidFill>
        </p:grpSpPr>
        <p:grpSp>
          <p:nvGrpSpPr>
            <p:cNvPr id="447" name="组合 446"/>
            <p:cNvGrpSpPr/>
            <p:nvPr/>
          </p:nvGrpSpPr>
          <p:grpSpPr>
            <a:xfrm>
              <a:off x="2387" y="4590"/>
              <a:ext cx="2216" cy="854"/>
              <a:chOff x="2387" y="4590"/>
              <a:chExt cx="2216" cy="854"/>
            </a:xfrm>
            <a:grpFill/>
          </p:grpSpPr>
          <p:grpSp>
            <p:nvGrpSpPr>
              <p:cNvPr id="448" name="组合 447"/>
              <p:cNvGrpSpPr/>
              <p:nvPr/>
            </p:nvGrpSpPr>
            <p:grpSpPr>
              <a:xfrm>
                <a:off x="2387" y="4875"/>
                <a:ext cx="2216" cy="284"/>
                <a:chOff x="2385" y="4590"/>
                <a:chExt cx="2216" cy="284"/>
              </a:xfrm>
              <a:grpFill/>
            </p:grpSpPr>
            <p:grpSp>
              <p:nvGrpSpPr>
                <p:cNvPr id="449" name="组合 448"/>
                <p:cNvGrpSpPr/>
                <p:nvPr/>
              </p:nvGrpSpPr>
              <p:grpSpPr>
                <a:xfrm>
                  <a:off x="2385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450" name="矩形 449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1" name="矩形 450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adFill>
                    <a:gsLst>
                      <a:gs pos="50000">
                        <a:schemeClr val="accent2"/>
                      </a:gs>
                      <a:gs pos="0">
                        <a:schemeClr val="accent2">
                          <a:lumMod val="25000"/>
                          <a:lumOff val="75000"/>
                        </a:schemeClr>
                      </a:gs>
                      <a:gs pos="100000">
                        <a:schemeClr val="accent2">
                          <a:lumMod val="85000"/>
                        </a:schemeClr>
                      </a:gs>
                    </a:gsLst>
                    <a:lin ang="5400000" scaled="1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2" name="矩形 451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3" name="矩形 452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54" name="组合 453"/>
                <p:cNvGrpSpPr/>
                <p:nvPr/>
              </p:nvGrpSpPr>
              <p:grpSpPr>
                <a:xfrm>
                  <a:off x="3487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455" name="矩形 454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6" name="矩形 455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7" name="矩形 456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8" name="矩形 457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459" name="组合 458"/>
              <p:cNvGrpSpPr/>
              <p:nvPr/>
            </p:nvGrpSpPr>
            <p:grpSpPr>
              <a:xfrm>
                <a:off x="2387" y="5160"/>
                <a:ext cx="2216" cy="284"/>
                <a:chOff x="2385" y="4590"/>
                <a:chExt cx="2216" cy="284"/>
              </a:xfrm>
              <a:grpFill/>
            </p:grpSpPr>
            <p:grpSp>
              <p:nvGrpSpPr>
                <p:cNvPr id="460" name="组合 459"/>
                <p:cNvGrpSpPr/>
                <p:nvPr/>
              </p:nvGrpSpPr>
              <p:grpSpPr>
                <a:xfrm>
                  <a:off x="2385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461" name="矩形 460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2" name="矩形 461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3" name="矩形 462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adFill>
                    <a:gsLst>
                      <a:gs pos="50000">
                        <a:schemeClr val="accent3"/>
                      </a:gs>
                      <a:gs pos="0">
                        <a:schemeClr val="accent3">
                          <a:lumMod val="25000"/>
                          <a:lumOff val="75000"/>
                        </a:schemeClr>
                      </a:gs>
                      <a:gs pos="100000">
                        <a:schemeClr val="accent3">
                          <a:lumMod val="85000"/>
                        </a:schemeClr>
                      </a:gs>
                    </a:gsLst>
                    <a:lin ang="5400000" scaled="1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4" name="矩形 463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65" name="组合 464"/>
                <p:cNvGrpSpPr/>
                <p:nvPr/>
              </p:nvGrpSpPr>
              <p:grpSpPr>
                <a:xfrm>
                  <a:off x="3487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466" name="矩形 465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7" name="矩形 466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8" name="矩形 467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9" name="矩形 468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470" name="组合 469"/>
              <p:cNvGrpSpPr/>
              <p:nvPr/>
            </p:nvGrpSpPr>
            <p:grpSpPr>
              <a:xfrm>
                <a:off x="2387" y="4590"/>
                <a:ext cx="2216" cy="284"/>
                <a:chOff x="2385" y="4590"/>
                <a:chExt cx="2216" cy="284"/>
              </a:xfrm>
              <a:grpFill/>
            </p:grpSpPr>
            <p:grpSp>
              <p:nvGrpSpPr>
                <p:cNvPr id="471" name="组合 470"/>
                <p:cNvGrpSpPr/>
                <p:nvPr/>
              </p:nvGrpSpPr>
              <p:grpSpPr>
                <a:xfrm>
                  <a:off x="2385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472" name="矩形 471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3" name="矩形 472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4" name="矩形 473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5" name="矩形 474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76" name="组合 475"/>
                <p:cNvGrpSpPr/>
                <p:nvPr/>
              </p:nvGrpSpPr>
              <p:grpSpPr>
                <a:xfrm>
                  <a:off x="3487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477" name="矩形 476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8" name="矩形 477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9" name="矩形 478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0" name="矩形 479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grpSp>
          <p:nvGrpSpPr>
            <p:cNvPr id="481" name="组合 480"/>
            <p:cNvGrpSpPr/>
            <p:nvPr/>
          </p:nvGrpSpPr>
          <p:grpSpPr>
            <a:xfrm>
              <a:off x="2387" y="5445"/>
              <a:ext cx="2216" cy="854"/>
              <a:chOff x="2387" y="4590"/>
              <a:chExt cx="2216" cy="854"/>
            </a:xfrm>
            <a:grpFill/>
          </p:grpSpPr>
          <p:grpSp>
            <p:nvGrpSpPr>
              <p:cNvPr id="482" name="组合 481"/>
              <p:cNvGrpSpPr/>
              <p:nvPr/>
            </p:nvGrpSpPr>
            <p:grpSpPr>
              <a:xfrm>
                <a:off x="2387" y="4875"/>
                <a:ext cx="2216" cy="284"/>
                <a:chOff x="2385" y="4590"/>
                <a:chExt cx="2216" cy="284"/>
              </a:xfrm>
              <a:grpFill/>
            </p:grpSpPr>
            <p:grpSp>
              <p:nvGrpSpPr>
                <p:cNvPr id="483" name="组合 482"/>
                <p:cNvGrpSpPr/>
                <p:nvPr/>
              </p:nvGrpSpPr>
              <p:grpSpPr>
                <a:xfrm>
                  <a:off x="2385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484" name="矩形 483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5" name="矩形 484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6" name="矩形 485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7" name="矩形 486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88" name="组合 487"/>
                <p:cNvGrpSpPr/>
                <p:nvPr/>
              </p:nvGrpSpPr>
              <p:grpSpPr>
                <a:xfrm>
                  <a:off x="3487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489" name="矩形 488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adFill>
                    <a:gsLst>
                      <a:gs pos="50000">
                        <a:schemeClr val="accent2"/>
                      </a:gs>
                      <a:gs pos="0">
                        <a:schemeClr val="accent2">
                          <a:lumMod val="25000"/>
                          <a:lumOff val="75000"/>
                        </a:schemeClr>
                      </a:gs>
                      <a:gs pos="100000">
                        <a:schemeClr val="accent2">
                          <a:lumMod val="85000"/>
                        </a:schemeClr>
                      </a:gs>
                    </a:gsLst>
                    <a:lin ang="5400000" scaled="1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0" name="矩形 489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1" name="矩形 490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2" name="矩形 491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493" name="组合 492"/>
              <p:cNvGrpSpPr/>
              <p:nvPr/>
            </p:nvGrpSpPr>
            <p:grpSpPr>
              <a:xfrm>
                <a:off x="2387" y="5160"/>
                <a:ext cx="2216" cy="284"/>
                <a:chOff x="2385" y="4590"/>
                <a:chExt cx="2216" cy="284"/>
              </a:xfrm>
              <a:grpFill/>
            </p:grpSpPr>
            <p:grpSp>
              <p:nvGrpSpPr>
                <p:cNvPr id="494" name="组合 493"/>
                <p:cNvGrpSpPr/>
                <p:nvPr/>
              </p:nvGrpSpPr>
              <p:grpSpPr>
                <a:xfrm>
                  <a:off x="2385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495" name="矩形 494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6" name="矩形 495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7" name="矩形 496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8" name="矩形 497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99" name="组合 498"/>
                <p:cNvGrpSpPr/>
                <p:nvPr/>
              </p:nvGrpSpPr>
              <p:grpSpPr>
                <a:xfrm>
                  <a:off x="3487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500" name="矩形 499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1" name="矩形 500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adFill>
                    <a:gsLst>
                      <a:gs pos="50000">
                        <a:schemeClr val="accent3"/>
                      </a:gs>
                      <a:gs pos="0">
                        <a:schemeClr val="accent3">
                          <a:lumMod val="25000"/>
                          <a:lumOff val="75000"/>
                        </a:schemeClr>
                      </a:gs>
                      <a:gs pos="100000">
                        <a:schemeClr val="accent3">
                          <a:lumMod val="85000"/>
                        </a:schemeClr>
                      </a:gs>
                    </a:gsLst>
                    <a:lin ang="5400000" scaled="1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2" name="矩形 501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3" name="矩形 502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504" name="组合 503"/>
              <p:cNvGrpSpPr/>
              <p:nvPr/>
            </p:nvGrpSpPr>
            <p:grpSpPr>
              <a:xfrm>
                <a:off x="2387" y="4590"/>
                <a:ext cx="2216" cy="284"/>
                <a:chOff x="2385" y="4590"/>
                <a:chExt cx="2216" cy="284"/>
              </a:xfrm>
              <a:grpFill/>
            </p:grpSpPr>
            <p:grpSp>
              <p:nvGrpSpPr>
                <p:cNvPr id="505" name="组合 504"/>
                <p:cNvGrpSpPr/>
                <p:nvPr/>
              </p:nvGrpSpPr>
              <p:grpSpPr>
                <a:xfrm>
                  <a:off x="2385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506" name="矩形 505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7" name="矩形 506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8" name="矩形 507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9" name="矩形 508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510" name="组合 509"/>
                <p:cNvGrpSpPr/>
                <p:nvPr/>
              </p:nvGrpSpPr>
              <p:grpSpPr>
                <a:xfrm>
                  <a:off x="3487" y="4590"/>
                  <a:ext cx="1115" cy="284"/>
                  <a:chOff x="2385" y="4590"/>
                  <a:chExt cx="1115" cy="284"/>
                </a:xfrm>
                <a:grpFill/>
              </p:grpSpPr>
              <p:sp>
                <p:nvSpPr>
                  <p:cNvPr id="511" name="矩形 510"/>
                  <p:cNvSpPr/>
                  <p:nvPr/>
                </p:nvSpPr>
                <p:spPr>
                  <a:xfrm>
                    <a:off x="238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2" name="矩形 511"/>
                  <p:cNvSpPr/>
                  <p:nvPr/>
                </p:nvSpPr>
                <p:spPr>
                  <a:xfrm>
                    <a:off x="2665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3" name="矩形 512"/>
                  <p:cNvSpPr/>
                  <p:nvPr/>
                </p:nvSpPr>
                <p:spPr>
                  <a:xfrm>
                    <a:off x="2942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4" name="矩形 513"/>
                  <p:cNvSpPr/>
                  <p:nvPr/>
                </p:nvSpPr>
                <p:spPr>
                  <a:xfrm>
                    <a:off x="3218" y="4590"/>
                    <a:ext cx="283" cy="285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grpSp>
          <p:nvGrpSpPr>
            <p:cNvPr id="515" name="组合 514"/>
            <p:cNvGrpSpPr/>
            <p:nvPr/>
          </p:nvGrpSpPr>
          <p:grpSpPr>
            <a:xfrm rot="0">
              <a:off x="2387" y="6578"/>
              <a:ext cx="2218" cy="285"/>
              <a:chOff x="2385" y="4590"/>
              <a:chExt cx="2218" cy="285"/>
            </a:xfrm>
            <a:grpFill/>
          </p:grpSpPr>
          <p:grpSp>
            <p:nvGrpSpPr>
              <p:cNvPr id="516" name="组合 515"/>
              <p:cNvGrpSpPr/>
              <p:nvPr/>
            </p:nvGrpSpPr>
            <p:grpSpPr>
              <a:xfrm>
                <a:off x="2385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517" name="矩形 516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18" name="矩形 517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19" name="矩形 518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20" name="矩形 519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21" name="组合 520"/>
              <p:cNvGrpSpPr/>
              <p:nvPr/>
            </p:nvGrpSpPr>
            <p:grpSpPr>
              <a:xfrm>
                <a:off x="3487" y="4590"/>
                <a:ext cx="1116" cy="285"/>
                <a:chOff x="2385" y="4590"/>
                <a:chExt cx="1116" cy="285"/>
              </a:xfrm>
              <a:grpFill/>
            </p:grpSpPr>
            <p:sp>
              <p:nvSpPr>
                <p:cNvPr id="522" name="矩形 521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23" name="矩形 522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24" name="矩形 523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25" name="矩形 524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526" name="组合 525"/>
            <p:cNvGrpSpPr/>
            <p:nvPr/>
          </p:nvGrpSpPr>
          <p:grpSpPr>
            <a:xfrm rot="0">
              <a:off x="2387" y="6293"/>
              <a:ext cx="2216" cy="284"/>
              <a:chOff x="2385" y="4590"/>
              <a:chExt cx="2216" cy="284"/>
            </a:xfrm>
            <a:grpFill/>
          </p:grpSpPr>
          <p:grpSp>
            <p:nvGrpSpPr>
              <p:cNvPr id="527" name="组合 526"/>
              <p:cNvGrpSpPr/>
              <p:nvPr/>
            </p:nvGrpSpPr>
            <p:grpSpPr>
              <a:xfrm>
                <a:off x="2385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528" name="矩形 527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29" name="矩形 528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30" name="矩形 529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31" name="矩形 530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32" name="组合 531"/>
              <p:cNvGrpSpPr/>
              <p:nvPr/>
            </p:nvGrpSpPr>
            <p:grpSpPr>
              <a:xfrm>
                <a:off x="3487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533" name="矩形 532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34" name="矩形 533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35" name="矩形 534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36" name="矩形 535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111" name="组合 110"/>
          <p:cNvGrpSpPr/>
          <p:nvPr/>
        </p:nvGrpSpPr>
        <p:grpSpPr>
          <a:xfrm>
            <a:off x="478790" y="1391285"/>
            <a:ext cx="817245" cy="817245"/>
            <a:chOff x="6813" y="6611"/>
            <a:chExt cx="1287" cy="1287"/>
          </a:xfrm>
        </p:grpSpPr>
        <p:pic>
          <p:nvPicPr>
            <p:cNvPr id="215" name="图片 214"/>
            <p:cNvPicPr/>
            <p:nvPr/>
          </p:nvPicPr>
          <p:blipFill>
            <a:blip r:embed="rId60"/>
            <a:stretch>
              <a:fillRect/>
            </a:stretch>
          </p:blipFill>
          <p:spPr>
            <a:xfrm>
              <a:off x="6813" y="6611"/>
              <a:ext cx="1033" cy="1032"/>
            </a:xfrm>
            <a:prstGeom prst="rect">
              <a:avLst/>
            </a:prstGeom>
          </p:spPr>
        </p:pic>
        <p:pic>
          <p:nvPicPr>
            <p:cNvPr id="229" name="图片 228"/>
            <p:cNvPicPr/>
            <p:nvPr/>
          </p:nvPicPr>
          <p:blipFill>
            <a:blip r:embed="rId61"/>
            <a:stretch>
              <a:fillRect/>
            </a:stretch>
          </p:blipFill>
          <p:spPr>
            <a:xfrm>
              <a:off x="6898" y="6696"/>
              <a:ext cx="1032" cy="1032"/>
            </a:xfrm>
            <a:prstGeom prst="rect">
              <a:avLst/>
            </a:prstGeom>
          </p:spPr>
        </p:pic>
        <p:pic>
          <p:nvPicPr>
            <p:cNvPr id="263" name="图片 262"/>
            <p:cNvPicPr/>
            <p:nvPr/>
          </p:nvPicPr>
          <p:blipFill>
            <a:blip r:embed="rId62"/>
            <a:stretch>
              <a:fillRect/>
            </a:stretch>
          </p:blipFill>
          <p:spPr>
            <a:xfrm>
              <a:off x="6983" y="6781"/>
              <a:ext cx="1032" cy="1032"/>
            </a:xfrm>
            <a:prstGeom prst="rect">
              <a:avLst/>
            </a:prstGeom>
          </p:spPr>
        </p:pic>
        <p:pic>
          <p:nvPicPr>
            <p:cNvPr id="297" name="图片 296" descr="n02108000_1112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7070" y="6866"/>
              <a:ext cx="1031" cy="1032"/>
            </a:xfrm>
            <a:prstGeom prst="rect">
              <a:avLst/>
            </a:prstGeom>
          </p:spPr>
        </p:pic>
      </p:grpSp>
      <p:sp>
        <p:nvSpPr>
          <p:cNvPr id="433" name="文本框 432"/>
          <p:cNvSpPr txBox="1"/>
          <p:nvPr/>
        </p:nvSpPr>
        <p:spPr>
          <a:xfrm>
            <a:off x="1054735" y="3983990"/>
            <a:ext cx="2818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Dual Self-Expressiveness</a:t>
            </a:r>
            <a:endParaRPr lang="en-US" altLang="zh-CN"/>
          </a:p>
        </p:txBody>
      </p:sp>
      <p:grpSp>
        <p:nvGrpSpPr>
          <p:cNvPr id="440" name="组合 439"/>
          <p:cNvGrpSpPr/>
          <p:nvPr/>
        </p:nvGrpSpPr>
        <p:grpSpPr>
          <a:xfrm>
            <a:off x="3744595" y="4333875"/>
            <a:ext cx="1080000" cy="1080000"/>
            <a:chOff x="4969" y="6605"/>
            <a:chExt cx="1985" cy="1984"/>
          </a:xfrm>
        </p:grpSpPr>
        <p:grpSp>
          <p:nvGrpSpPr>
            <p:cNvPr id="441" name="组合 440"/>
            <p:cNvGrpSpPr/>
            <p:nvPr/>
          </p:nvGrpSpPr>
          <p:grpSpPr>
            <a:xfrm rot="0">
              <a:off x="4969" y="6854"/>
              <a:ext cx="1984" cy="248"/>
              <a:chOff x="2385" y="4590"/>
              <a:chExt cx="2216" cy="284"/>
            </a:xfrm>
            <a:solidFill>
              <a:schemeClr val="bg2"/>
            </a:solidFill>
          </p:grpSpPr>
          <p:grpSp>
            <p:nvGrpSpPr>
              <p:cNvPr id="442" name="组合 441"/>
              <p:cNvGrpSpPr/>
              <p:nvPr/>
            </p:nvGrpSpPr>
            <p:grpSpPr>
              <a:xfrm>
                <a:off x="2385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445" name="矩形 444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40" name="矩形 539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41" name="矩形 540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42" name="矩形 541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43" name="组合 542"/>
              <p:cNvGrpSpPr/>
              <p:nvPr/>
            </p:nvGrpSpPr>
            <p:grpSpPr>
              <a:xfrm>
                <a:off x="3487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544" name="矩形 543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45" name="矩形 544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46" name="矩形 545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47" name="矩形 546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548" name="组合 547"/>
            <p:cNvGrpSpPr/>
            <p:nvPr/>
          </p:nvGrpSpPr>
          <p:grpSpPr>
            <a:xfrm rot="0">
              <a:off x="4969" y="7103"/>
              <a:ext cx="1984" cy="248"/>
              <a:chOff x="2385" y="4590"/>
              <a:chExt cx="2216" cy="284"/>
            </a:xfrm>
            <a:solidFill>
              <a:schemeClr val="bg2"/>
            </a:solidFill>
          </p:grpSpPr>
          <p:grpSp>
            <p:nvGrpSpPr>
              <p:cNvPr id="549" name="组合 548"/>
              <p:cNvGrpSpPr/>
              <p:nvPr/>
            </p:nvGrpSpPr>
            <p:grpSpPr>
              <a:xfrm>
                <a:off x="2385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550" name="矩形 549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51" name="矩形 550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52" name="矩形 551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53" name="矩形 552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54" name="组合 553"/>
              <p:cNvGrpSpPr/>
              <p:nvPr/>
            </p:nvGrpSpPr>
            <p:grpSpPr>
              <a:xfrm>
                <a:off x="3487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555" name="矩形 554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56" name="矩形 555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57" name="矩形 556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58" name="矩形 557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559" name="组合 558"/>
            <p:cNvGrpSpPr/>
            <p:nvPr/>
          </p:nvGrpSpPr>
          <p:grpSpPr>
            <a:xfrm rot="0">
              <a:off x="4969" y="6605"/>
              <a:ext cx="1984" cy="248"/>
              <a:chOff x="2385" y="4590"/>
              <a:chExt cx="2216" cy="284"/>
            </a:xfrm>
            <a:solidFill>
              <a:schemeClr val="bg2"/>
            </a:solidFill>
          </p:grpSpPr>
          <p:grpSp>
            <p:nvGrpSpPr>
              <p:cNvPr id="560" name="组合 559"/>
              <p:cNvGrpSpPr/>
              <p:nvPr/>
            </p:nvGrpSpPr>
            <p:grpSpPr>
              <a:xfrm>
                <a:off x="2385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561" name="矩形 560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62" name="矩形 561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63" name="矩形 562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64" name="矩形 563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65" name="组合 564"/>
              <p:cNvGrpSpPr/>
              <p:nvPr/>
            </p:nvGrpSpPr>
            <p:grpSpPr>
              <a:xfrm>
                <a:off x="3487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566" name="矩形 565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67" name="矩形 566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68" name="矩形 567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69" name="矩形 568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570" name="组合 569"/>
            <p:cNvGrpSpPr/>
            <p:nvPr/>
          </p:nvGrpSpPr>
          <p:grpSpPr>
            <a:xfrm rot="0">
              <a:off x="4969" y="7601"/>
              <a:ext cx="1984" cy="248"/>
              <a:chOff x="2385" y="4590"/>
              <a:chExt cx="2216" cy="284"/>
            </a:xfrm>
            <a:solidFill>
              <a:schemeClr val="bg2"/>
            </a:solidFill>
          </p:grpSpPr>
          <p:grpSp>
            <p:nvGrpSpPr>
              <p:cNvPr id="571" name="组合 570"/>
              <p:cNvGrpSpPr/>
              <p:nvPr/>
            </p:nvGrpSpPr>
            <p:grpSpPr>
              <a:xfrm>
                <a:off x="2385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572" name="矩形 571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73" name="矩形 572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74" name="矩形 573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75" name="矩形 574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76" name="组合 575"/>
              <p:cNvGrpSpPr/>
              <p:nvPr/>
            </p:nvGrpSpPr>
            <p:grpSpPr>
              <a:xfrm>
                <a:off x="3487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577" name="矩形 576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78" name="矩形 577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79" name="矩形 578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80" name="矩形 579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581" name="组合 580"/>
            <p:cNvGrpSpPr/>
            <p:nvPr/>
          </p:nvGrpSpPr>
          <p:grpSpPr>
            <a:xfrm rot="0">
              <a:off x="4969" y="7850"/>
              <a:ext cx="998" cy="248"/>
              <a:chOff x="2385" y="4590"/>
              <a:chExt cx="1115" cy="284"/>
            </a:xfrm>
            <a:solidFill>
              <a:schemeClr val="bg2"/>
            </a:solidFill>
          </p:grpSpPr>
          <p:sp>
            <p:nvSpPr>
              <p:cNvPr id="582" name="矩形 581"/>
              <p:cNvSpPr/>
              <p:nvPr/>
            </p:nvSpPr>
            <p:spPr>
              <a:xfrm>
                <a:off x="2385" y="4590"/>
                <a:ext cx="283" cy="28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3" name="矩形 582"/>
              <p:cNvSpPr/>
              <p:nvPr/>
            </p:nvSpPr>
            <p:spPr>
              <a:xfrm>
                <a:off x="2665" y="4590"/>
                <a:ext cx="283" cy="28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4" name="矩形 583"/>
              <p:cNvSpPr/>
              <p:nvPr/>
            </p:nvSpPr>
            <p:spPr>
              <a:xfrm>
                <a:off x="2942" y="4590"/>
                <a:ext cx="283" cy="28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5" name="矩形 584"/>
              <p:cNvSpPr/>
              <p:nvPr/>
            </p:nvSpPr>
            <p:spPr>
              <a:xfrm>
                <a:off x="3218" y="4590"/>
                <a:ext cx="283" cy="28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586" name="组合 585"/>
            <p:cNvGrpSpPr/>
            <p:nvPr/>
          </p:nvGrpSpPr>
          <p:grpSpPr>
            <a:xfrm rot="0">
              <a:off x="5956" y="7850"/>
              <a:ext cx="998" cy="248"/>
              <a:chOff x="2385" y="4590"/>
              <a:chExt cx="1115" cy="284"/>
            </a:xfrm>
            <a:solidFill>
              <a:schemeClr val="bg2"/>
            </a:solidFill>
          </p:grpSpPr>
          <p:sp>
            <p:nvSpPr>
              <p:cNvPr id="587" name="矩形 586"/>
              <p:cNvSpPr/>
              <p:nvPr/>
            </p:nvSpPr>
            <p:spPr>
              <a:xfrm>
                <a:off x="2385" y="4590"/>
                <a:ext cx="283" cy="285"/>
              </a:xfrm>
              <a:prstGeom prst="rect">
                <a:avLst/>
              </a:prstGeom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8" name="矩形 587"/>
              <p:cNvSpPr/>
              <p:nvPr/>
            </p:nvSpPr>
            <p:spPr>
              <a:xfrm>
                <a:off x="2665" y="4590"/>
                <a:ext cx="283" cy="285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9" name="矩形 588"/>
              <p:cNvSpPr/>
              <p:nvPr/>
            </p:nvSpPr>
            <p:spPr>
              <a:xfrm>
                <a:off x="2942" y="4590"/>
                <a:ext cx="283" cy="28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0" name="矩形 589"/>
              <p:cNvSpPr/>
              <p:nvPr/>
            </p:nvSpPr>
            <p:spPr>
              <a:xfrm>
                <a:off x="3218" y="4590"/>
                <a:ext cx="283" cy="28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591" name="组合 590"/>
            <p:cNvGrpSpPr/>
            <p:nvPr/>
          </p:nvGrpSpPr>
          <p:grpSpPr>
            <a:xfrm rot="0">
              <a:off x="4969" y="7352"/>
              <a:ext cx="1984" cy="248"/>
              <a:chOff x="2385" y="4590"/>
              <a:chExt cx="2216" cy="284"/>
            </a:xfrm>
            <a:solidFill>
              <a:schemeClr val="bg2"/>
            </a:solidFill>
          </p:grpSpPr>
          <p:grpSp>
            <p:nvGrpSpPr>
              <p:cNvPr id="592" name="组合 591"/>
              <p:cNvGrpSpPr/>
              <p:nvPr/>
            </p:nvGrpSpPr>
            <p:grpSpPr>
              <a:xfrm>
                <a:off x="2385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593" name="矩形 592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94" name="矩形 593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95" name="矩形 594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96" name="矩形 595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97" name="组合 596"/>
              <p:cNvGrpSpPr/>
              <p:nvPr/>
            </p:nvGrpSpPr>
            <p:grpSpPr>
              <a:xfrm>
                <a:off x="3487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598" name="矩形 597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99" name="矩形 598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00" name="矩形 599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01" name="矩形 600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602" name="组合 601"/>
            <p:cNvGrpSpPr/>
            <p:nvPr/>
          </p:nvGrpSpPr>
          <p:grpSpPr>
            <a:xfrm rot="0">
              <a:off x="4969" y="8341"/>
              <a:ext cx="1984" cy="248"/>
              <a:chOff x="2385" y="4590"/>
              <a:chExt cx="2216" cy="284"/>
            </a:xfrm>
            <a:solidFill>
              <a:schemeClr val="bg2"/>
            </a:solidFill>
          </p:grpSpPr>
          <p:grpSp>
            <p:nvGrpSpPr>
              <p:cNvPr id="603" name="组合 602"/>
              <p:cNvGrpSpPr/>
              <p:nvPr/>
            </p:nvGrpSpPr>
            <p:grpSpPr>
              <a:xfrm>
                <a:off x="2385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604" name="矩形 603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05" name="矩形 604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06" name="矩形 605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07" name="矩形 606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08" name="组合 607"/>
              <p:cNvGrpSpPr/>
              <p:nvPr/>
            </p:nvGrpSpPr>
            <p:grpSpPr>
              <a:xfrm>
                <a:off x="3487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609" name="矩形 608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10" name="矩形 609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11" name="矩形 610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12" name="矩形 611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613" name="组合 612"/>
            <p:cNvGrpSpPr/>
            <p:nvPr/>
          </p:nvGrpSpPr>
          <p:grpSpPr>
            <a:xfrm rot="0">
              <a:off x="4969" y="8092"/>
              <a:ext cx="1984" cy="248"/>
              <a:chOff x="2385" y="4590"/>
              <a:chExt cx="2216" cy="284"/>
            </a:xfrm>
            <a:solidFill>
              <a:schemeClr val="bg2"/>
            </a:solidFill>
          </p:grpSpPr>
          <p:grpSp>
            <p:nvGrpSpPr>
              <p:cNvPr id="614" name="组合 613"/>
              <p:cNvGrpSpPr/>
              <p:nvPr/>
            </p:nvGrpSpPr>
            <p:grpSpPr>
              <a:xfrm>
                <a:off x="2385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615" name="矩形 614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16" name="矩形 615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17" name="矩形 616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18" name="矩形 617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19" name="组合 618"/>
              <p:cNvGrpSpPr/>
              <p:nvPr/>
            </p:nvGrpSpPr>
            <p:grpSpPr>
              <a:xfrm>
                <a:off x="3487" y="4590"/>
                <a:ext cx="1115" cy="284"/>
                <a:chOff x="2385" y="4590"/>
                <a:chExt cx="1115" cy="284"/>
              </a:xfrm>
              <a:grpFill/>
            </p:grpSpPr>
            <p:sp>
              <p:nvSpPr>
                <p:cNvPr id="620" name="矩形 619"/>
                <p:cNvSpPr/>
                <p:nvPr/>
              </p:nvSpPr>
              <p:spPr>
                <a:xfrm>
                  <a:off x="238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21" name="矩形 620"/>
                <p:cNvSpPr/>
                <p:nvPr/>
              </p:nvSpPr>
              <p:spPr>
                <a:xfrm>
                  <a:off x="2665" y="4590"/>
                  <a:ext cx="283" cy="285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22" name="矩形 621"/>
                <p:cNvSpPr/>
                <p:nvPr/>
              </p:nvSpPr>
              <p:spPr>
                <a:xfrm>
                  <a:off x="2942" y="4590"/>
                  <a:ext cx="283" cy="28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23" name="矩形 622"/>
                <p:cNvSpPr/>
                <p:nvPr/>
              </p:nvSpPr>
              <p:spPr>
                <a:xfrm>
                  <a:off x="3218" y="4590"/>
                  <a:ext cx="283" cy="285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</p:grpSp>
      <p:cxnSp>
        <p:nvCxnSpPr>
          <p:cNvPr id="624" name="直接箭头连接符 623"/>
          <p:cNvCxnSpPr/>
          <p:nvPr/>
        </p:nvCxnSpPr>
        <p:spPr>
          <a:xfrm>
            <a:off x="2868295" y="6045835"/>
            <a:ext cx="803910" cy="88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5" name="文本框 624"/>
              <p:cNvSpPr txBox="1"/>
              <p:nvPr/>
            </p:nvSpPr>
            <p:spPr>
              <a:xfrm>
                <a:off x="2211006" y="4689094"/>
                <a:ext cx="645795" cy="3371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𝑆𝐸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𝑆</m:t>
                      </m:r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25" name="文本框 6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006" y="4689094"/>
                <a:ext cx="645795" cy="337185"/>
              </a:xfrm>
              <a:prstGeom prst="rect">
                <a:avLst/>
              </a:prstGeom>
              <a:blipFill rotWithShape="1">
                <a:blip r:embed="rId64"/>
                <a:stretch>
                  <a:fillRect l="-88" t="-75" r="88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6" name="文本框 625"/>
              <p:cNvSpPr txBox="1"/>
              <p:nvPr/>
            </p:nvSpPr>
            <p:spPr>
              <a:xfrm>
                <a:off x="2188146" y="5954649"/>
                <a:ext cx="621030" cy="3371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𝑆𝐸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𝐺</m:t>
                      </m:r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26" name="文本框 6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146" y="5954649"/>
                <a:ext cx="621030" cy="337185"/>
              </a:xfrm>
              <a:prstGeom prst="rect">
                <a:avLst/>
              </a:prstGeom>
              <a:blipFill rotWithShape="1">
                <a:blip r:embed="rId65"/>
                <a:stretch>
                  <a:fillRect l="-92" t="-75" r="92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7" name="直接连接符 626"/>
          <p:cNvCxnSpPr>
            <a:stCxn id="191" idx="2"/>
          </p:cNvCxnSpPr>
          <p:nvPr/>
        </p:nvCxnSpPr>
        <p:spPr>
          <a:xfrm flipH="1">
            <a:off x="10815320" y="2155825"/>
            <a:ext cx="7620" cy="1296000"/>
          </a:xfrm>
          <a:prstGeom prst="line">
            <a:avLst/>
          </a:prstGeom>
          <a:ln w="190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8" name="直接连接符 627"/>
          <p:cNvCxnSpPr/>
          <p:nvPr/>
        </p:nvCxnSpPr>
        <p:spPr>
          <a:xfrm flipH="1" flipV="1">
            <a:off x="4302125" y="3441810"/>
            <a:ext cx="6513195" cy="5715"/>
          </a:xfrm>
          <a:prstGeom prst="line">
            <a:avLst/>
          </a:prstGeom>
          <a:ln w="190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9" name="直接箭头连接符 628"/>
          <p:cNvCxnSpPr/>
          <p:nvPr/>
        </p:nvCxnSpPr>
        <p:spPr>
          <a:xfrm flipH="1">
            <a:off x="4302125" y="3437890"/>
            <a:ext cx="7620" cy="572135"/>
          </a:xfrm>
          <a:prstGeom prst="straightConnector1">
            <a:avLst/>
          </a:prstGeom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0" name="右大括号 629"/>
          <p:cNvSpPr/>
          <p:nvPr/>
        </p:nvSpPr>
        <p:spPr>
          <a:xfrm>
            <a:off x="5320800" y="4540250"/>
            <a:ext cx="368935" cy="1928495"/>
          </a:xfrm>
          <a:prstGeom prst="rightBrace">
            <a:avLst>
              <a:gd name="adj1" fmla="val 18932"/>
              <a:gd name="adj2" fmla="val 50000"/>
            </a:avLst>
          </a:prstGeom>
          <a:ln w="19050">
            <a:gradFill>
              <a:gsLst>
                <a:gs pos="0">
                  <a:prstClr val="black">
                    <a:hueOff val="-4200000"/>
                  </a:prstClr>
                </a:gs>
                <a:gs pos="100000">
                  <a:prstClr val="black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3" name="右箭头 632"/>
          <p:cNvSpPr/>
          <p:nvPr/>
        </p:nvSpPr>
        <p:spPr>
          <a:xfrm>
            <a:off x="6425565" y="5387340"/>
            <a:ext cx="285115" cy="23876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5" name="文本框 634"/>
          <p:cNvSpPr txBox="1"/>
          <p:nvPr/>
        </p:nvSpPr>
        <p:spPr>
          <a:xfrm>
            <a:off x="6482080" y="6182360"/>
            <a:ext cx="18757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Fused_affinity Matrix</a:t>
            </a:r>
            <a:endParaRPr lang="en-US" altLang="zh-CN" sz="1400"/>
          </a:p>
        </p:txBody>
      </p:sp>
      <p:sp>
        <p:nvSpPr>
          <p:cNvPr id="7" name="右箭头 6"/>
          <p:cNvSpPr/>
          <p:nvPr/>
        </p:nvSpPr>
        <p:spPr>
          <a:xfrm>
            <a:off x="8082280" y="5420360"/>
            <a:ext cx="285115" cy="23876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040495" y="3844925"/>
            <a:ext cx="212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Spectral Clustering</a:t>
            </a:r>
            <a:endParaRPr lang="en-US" altLang="zh-CN"/>
          </a:p>
        </p:txBody>
      </p:sp>
      <p:grpSp>
        <p:nvGrpSpPr>
          <p:cNvPr id="119" name="组合 118"/>
          <p:cNvGrpSpPr/>
          <p:nvPr/>
        </p:nvGrpSpPr>
        <p:grpSpPr>
          <a:xfrm>
            <a:off x="9001125" y="4213225"/>
            <a:ext cx="1295400" cy="1388110"/>
            <a:chOff x="13827" y="6635"/>
            <a:chExt cx="2040" cy="2186"/>
          </a:xfrm>
        </p:grpSpPr>
        <p:pic>
          <p:nvPicPr>
            <p:cNvPr id="537" name="图片 536" descr="n02108000_1112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14934" y="7487"/>
              <a:ext cx="686" cy="641"/>
            </a:xfrm>
            <a:prstGeom prst="rect">
              <a:avLst/>
            </a:prstGeom>
          </p:spPr>
        </p:pic>
        <p:pic>
          <p:nvPicPr>
            <p:cNvPr id="538" name="图片 537" descr="n02108000_1291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14145" y="7628"/>
              <a:ext cx="684" cy="652"/>
            </a:xfrm>
            <a:prstGeom prst="rect">
              <a:avLst/>
            </a:prstGeom>
          </p:spPr>
        </p:pic>
        <p:pic>
          <p:nvPicPr>
            <p:cNvPr id="539" name="图片 538" descr="n02108000_339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14469" y="6740"/>
              <a:ext cx="685" cy="633"/>
            </a:xfrm>
            <a:prstGeom prst="rect">
              <a:avLst/>
            </a:prstGeom>
          </p:spPr>
        </p:pic>
        <p:sp>
          <p:nvSpPr>
            <p:cNvPr id="13" name="椭圆 12"/>
            <p:cNvSpPr/>
            <p:nvPr/>
          </p:nvSpPr>
          <p:spPr>
            <a:xfrm>
              <a:off x="13827" y="6635"/>
              <a:ext cx="2040" cy="2187"/>
            </a:xfrm>
            <a:prstGeom prst="ellipse">
              <a:avLst/>
            </a:prstGeom>
            <a:ln w="12700" cap="flat" cmpd="sng" algn="ctr">
              <a:solidFill>
                <a:schemeClr val="accent6">
                  <a:lumMod val="75000"/>
                </a:schemeClr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8606155" y="5639435"/>
            <a:ext cx="1532890" cy="1066800"/>
            <a:chOff x="13719" y="8912"/>
            <a:chExt cx="2414" cy="1680"/>
          </a:xfrm>
        </p:grpSpPr>
        <p:pic>
          <p:nvPicPr>
            <p:cNvPr id="70" name="图片 69" descr="n02093647_2673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13934" y="9478"/>
              <a:ext cx="685" cy="656"/>
            </a:xfrm>
            <a:prstGeom prst="rect">
              <a:avLst/>
            </a:prstGeom>
          </p:spPr>
        </p:pic>
        <p:pic>
          <p:nvPicPr>
            <p:cNvPr id="75" name="图片 74" descr="n02093647_2321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14829" y="9066"/>
              <a:ext cx="685" cy="647"/>
            </a:xfrm>
            <a:prstGeom prst="rect">
              <a:avLst/>
            </a:prstGeom>
          </p:spPr>
        </p:pic>
        <p:pic>
          <p:nvPicPr>
            <p:cNvPr id="76" name="图片 75" descr="n02093647_2343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14934" y="9737"/>
              <a:ext cx="685" cy="630"/>
            </a:xfrm>
            <a:prstGeom prst="rect">
              <a:avLst/>
            </a:prstGeom>
          </p:spPr>
        </p:pic>
        <p:sp>
          <p:nvSpPr>
            <p:cNvPr id="96" name="椭圆 95"/>
            <p:cNvSpPr/>
            <p:nvPr/>
          </p:nvSpPr>
          <p:spPr>
            <a:xfrm>
              <a:off x="13719" y="8912"/>
              <a:ext cx="2415" cy="1680"/>
            </a:xfrm>
            <a:prstGeom prst="ellipse">
              <a:avLst/>
            </a:prstGeom>
            <a:ln w="1270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10320655" y="4639310"/>
            <a:ext cx="1266190" cy="1742440"/>
            <a:chOff x="16134" y="7336"/>
            <a:chExt cx="1994" cy="2744"/>
          </a:xfrm>
        </p:grpSpPr>
        <p:pic>
          <p:nvPicPr>
            <p:cNvPr id="107" name="图片 106" descr="n02093991_1038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17045" y="7744"/>
              <a:ext cx="686" cy="653"/>
            </a:xfrm>
            <a:prstGeom prst="rect">
              <a:avLst/>
            </a:prstGeom>
          </p:spPr>
        </p:pic>
        <p:pic>
          <p:nvPicPr>
            <p:cNvPr id="108" name="图片 107" descr="n02093991_278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17044" y="8948"/>
              <a:ext cx="687" cy="651"/>
            </a:xfrm>
            <a:prstGeom prst="rect">
              <a:avLst/>
            </a:prstGeom>
          </p:spPr>
        </p:pic>
        <p:pic>
          <p:nvPicPr>
            <p:cNvPr id="115" name="图片 114" descr="n02093991_75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16358" y="8484"/>
              <a:ext cx="687" cy="624"/>
            </a:xfrm>
            <a:prstGeom prst="rect">
              <a:avLst/>
            </a:prstGeom>
          </p:spPr>
        </p:pic>
        <p:sp>
          <p:nvSpPr>
            <p:cNvPr id="116" name="椭圆 115"/>
            <p:cNvSpPr/>
            <p:nvPr/>
          </p:nvSpPr>
          <p:spPr>
            <a:xfrm>
              <a:off x="16134" y="7336"/>
              <a:ext cx="1995" cy="2744"/>
            </a:xfrm>
            <a:prstGeom prst="ellipse">
              <a:avLst/>
            </a:prstGeom>
            <a:ln w="12700" cap="flat" cmpd="sng" algn="ctr">
              <a:solidFill>
                <a:schemeClr val="accent2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 rot="16200000">
            <a:off x="4026475" y="5309235"/>
            <a:ext cx="2251710" cy="3371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r>
              <a:rPr lang="en-US" altLang="zh-CN" sz="1600"/>
              <a:t>Consistency constraint</a:t>
            </a:r>
            <a:endParaRPr lang="en-US" altLang="zh-CN" sz="1600"/>
          </a:p>
        </p:txBody>
      </p:sp>
    </p:spTree>
    <p:custDataLst>
      <p:tags r:id="rId7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64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65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66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67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68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69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70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71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72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73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74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75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76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77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78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79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80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81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82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83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84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85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86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87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88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89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90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91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92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93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94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95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96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97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98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99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100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101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102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103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104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105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106.xml><?xml version="1.0" encoding="utf-8"?>
<p:tagLst xmlns:p="http://schemas.openxmlformats.org/presentationml/2006/main">
  <p:tag name="KSO_WM_DIAGRAM_VIRTUALLY_FRAME" val="{&quot;height&quot;:524.45,&quot;left&quot;:19.8,&quot;top&quot;:15.55,&quot;width&quot;:674.65}"/>
</p:tagLst>
</file>

<file path=ppt/tags/tag10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WPS 演示</Application>
  <PresentationFormat>宽屏</PresentationFormat>
  <Paragraphs>73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Ghoul</cp:lastModifiedBy>
  <cp:revision>157</cp:revision>
  <dcterms:created xsi:type="dcterms:W3CDTF">2019-06-19T02:08:00Z</dcterms:created>
  <dcterms:modified xsi:type="dcterms:W3CDTF">2026-04-24T04:59:18Z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FE5D7E65DA4B4B34A82EF4B819FFCFBF_11</vt:lpwstr>
  </property>
</Properties>
</file>